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54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56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25B1F6-CE4A-499F-B6B5-1E0C221F72D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4EFED87-279D-4784-880B-DB9E810774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Business processes are often described in plain text</a:t>
          </a:r>
        </a:p>
      </dgm:t>
    </dgm:pt>
    <dgm:pt modelId="{C30B5426-9C53-4757-A562-2903763B994D}" type="parTrans" cxnId="{699854D1-84EB-4380-9ACF-0EE79FC47628}">
      <dgm:prSet/>
      <dgm:spPr/>
      <dgm:t>
        <a:bodyPr/>
        <a:lstStyle/>
        <a:p>
          <a:endParaRPr lang="en-US"/>
        </a:p>
      </dgm:t>
    </dgm:pt>
    <dgm:pt modelId="{D72FBDF0-6228-4077-9541-D515EB6D1CF9}" type="sibTrans" cxnId="{699854D1-84EB-4380-9ACF-0EE79FC4762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63939A4-2F53-4E06-B0C3-07929B38D2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Creating BPMN diagrams manually takes time</a:t>
          </a:r>
        </a:p>
      </dgm:t>
    </dgm:pt>
    <dgm:pt modelId="{7D5C5285-0F0D-46E5-A872-F489298CBD51}" type="parTrans" cxnId="{79351331-7041-4503-BBDA-BB2F12494CC1}">
      <dgm:prSet/>
      <dgm:spPr/>
      <dgm:t>
        <a:bodyPr/>
        <a:lstStyle/>
        <a:p>
          <a:endParaRPr lang="en-US"/>
        </a:p>
      </dgm:t>
    </dgm:pt>
    <dgm:pt modelId="{02B62F24-745E-43BE-948A-F4DA31D56A57}" type="sibTrans" cxnId="{79351331-7041-4503-BBDA-BB2F12494CC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ED33221-45DF-4C66-A48D-D9821ED848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Non‑technical users struggle to model processes</a:t>
          </a:r>
        </a:p>
      </dgm:t>
    </dgm:pt>
    <dgm:pt modelId="{A71BA7B7-F333-42BB-9708-F2FA24694D13}" type="parTrans" cxnId="{DDB98F48-E4DF-4A55-BC1E-801C7AE28F26}">
      <dgm:prSet/>
      <dgm:spPr/>
      <dgm:t>
        <a:bodyPr/>
        <a:lstStyle/>
        <a:p>
          <a:endParaRPr lang="en-US"/>
        </a:p>
      </dgm:t>
    </dgm:pt>
    <dgm:pt modelId="{EA1C9AB3-52D0-460F-A23E-909E993979DC}" type="sibTrans" cxnId="{DDB98F48-E4DF-4A55-BC1E-801C7AE28F2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B43A8B6-BC5D-42CF-A835-ADD33CEBD5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Goal: automatically generate BPMN diagrams from text</a:t>
          </a:r>
        </a:p>
      </dgm:t>
    </dgm:pt>
    <dgm:pt modelId="{5151AB6E-499A-479C-8D45-317736738D81}" type="parTrans" cxnId="{2B8FCA38-248D-4E3D-B8F2-E8AA437E142D}">
      <dgm:prSet/>
      <dgm:spPr/>
      <dgm:t>
        <a:bodyPr/>
        <a:lstStyle/>
        <a:p>
          <a:endParaRPr lang="en-US"/>
        </a:p>
      </dgm:t>
    </dgm:pt>
    <dgm:pt modelId="{94448206-BE7D-44E9-9AA2-A1C5E57BD17F}" type="sibTrans" cxnId="{2B8FCA38-248D-4E3D-B8F2-E8AA437E142D}">
      <dgm:prSet/>
      <dgm:spPr/>
      <dgm:t>
        <a:bodyPr/>
        <a:lstStyle/>
        <a:p>
          <a:endParaRPr lang="en-US"/>
        </a:p>
      </dgm:t>
    </dgm:pt>
    <dgm:pt modelId="{70C57EE9-7E07-4248-B01E-E40D379B6B3F}" type="pres">
      <dgm:prSet presAssocID="{7A25B1F6-CE4A-499F-B6B5-1E0C221F72D9}" presName="root" presStyleCnt="0">
        <dgm:presLayoutVars>
          <dgm:dir/>
          <dgm:resizeHandles val="exact"/>
        </dgm:presLayoutVars>
      </dgm:prSet>
      <dgm:spPr/>
    </dgm:pt>
    <dgm:pt modelId="{290D88D8-2FDE-4A6C-95F0-D7E0E15521DA}" type="pres">
      <dgm:prSet presAssocID="{7A25B1F6-CE4A-499F-B6B5-1E0C221F72D9}" presName="container" presStyleCnt="0">
        <dgm:presLayoutVars>
          <dgm:dir/>
          <dgm:resizeHandles val="exact"/>
        </dgm:presLayoutVars>
      </dgm:prSet>
      <dgm:spPr/>
    </dgm:pt>
    <dgm:pt modelId="{E8B43A24-8105-4802-8AF5-B6B9019228FF}" type="pres">
      <dgm:prSet presAssocID="{64EFED87-279D-4784-880B-DB9E81077435}" presName="compNode" presStyleCnt="0"/>
      <dgm:spPr/>
    </dgm:pt>
    <dgm:pt modelId="{0926A35F-9A0F-484D-B181-A5D118A7E12A}" type="pres">
      <dgm:prSet presAssocID="{64EFED87-279D-4784-880B-DB9E81077435}" presName="iconBgRect" presStyleLbl="bgShp" presStyleIdx="0" presStyleCnt="4"/>
      <dgm:spPr/>
    </dgm:pt>
    <dgm:pt modelId="{1117AB8A-5D4E-4C7D-8FBA-28C02C84A729}" type="pres">
      <dgm:prSet presAssocID="{64EFED87-279D-4784-880B-DB9E8107743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2BAC23E8-D4A0-4357-864F-729E7EC21974}" type="pres">
      <dgm:prSet presAssocID="{64EFED87-279D-4784-880B-DB9E81077435}" presName="spaceRect" presStyleCnt="0"/>
      <dgm:spPr/>
    </dgm:pt>
    <dgm:pt modelId="{9670AD66-8B7E-4A82-8C62-4177AC96E86C}" type="pres">
      <dgm:prSet presAssocID="{64EFED87-279D-4784-880B-DB9E81077435}" presName="textRect" presStyleLbl="revTx" presStyleIdx="0" presStyleCnt="4">
        <dgm:presLayoutVars>
          <dgm:chMax val="1"/>
          <dgm:chPref val="1"/>
        </dgm:presLayoutVars>
      </dgm:prSet>
      <dgm:spPr/>
    </dgm:pt>
    <dgm:pt modelId="{B38F82DA-E17B-4E55-9AD1-E7A7C2441375}" type="pres">
      <dgm:prSet presAssocID="{D72FBDF0-6228-4077-9541-D515EB6D1CF9}" presName="sibTrans" presStyleLbl="sibTrans2D1" presStyleIdx="0" presStyleCnt="0"/>
      <dgm:spPr/>
    </dgm:pt>
    <dgm:pt modelId="{A6CE3F9A-1EB7-4349-9AB1-C414B0D4931A}" type="pres">
      <dgm:prSet presAssocID="{663939A4-2F53-4E06-B0C3-07929B38D28A}" presName="compNode" presStyleCnt="0"/>
      <dgm:spPr/>
    </dgm:pt>
    <dgm:pt modelId="{802972EF-C7FD-4E90-9E3B-27BD1D5E670D}" type="pres">
      <dgm:prSet presAssocID="{663939A4-2F53-4E06-B0C3-07929B38D28A}" presName="iconBgRect" presStyleLbl="bgShp" presStyleIdx="1" presStyleCnt="4"/>
      <dgm:spPr/>
    </dgm:pt>
    <dgm:pt modelId="{5EE972A9-2F28-41D5-8926-BE5F7F21B258}" type="pres">
      <dgm:prSet presAssocID="{663939A4-2F53-4E06-B0C3-07929B38D28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14A05E15-BE4A-4271-9556-3A7D1BE5D620}" type="pres">
      <dgm:prSet presAssocID="{663939A4-2F53-4E06-B0C3-07929B38D28A}" presName="spaceRect" presStyleCnt="0"/>
      <dgm:spPr/>
    </dgm:pt>
    <dgm:pt modelId="{B32F9CD1-834E-4D99-9D0A-A2A66AF833C6}" type="pres">
      <dgm:prSet presAssocID="{663939A4-2F53-4E06-B0C3-07929B38D28A}" presName="textRect" presStyleLbl="revTx" presStyleIdx="1" presStyleCnt="4">
        <dgm:presLayoutVars>
          <dgm:chMax val="1"/>
          <dgm:chPref val="1"/>
        </dgm:presLayoutVars>
      </dgm:prSet>
      <dgm:spPr/>
    </dgm:pt>
    <dgm:pt modelId="{9D801037-D12B-4320-9B0D-0C5C1364C5D3}" type="pres">
      <dgm:prSet presAssocID="{02B62F24-745E-43BE-948A-F4DA31D56A57}" presName="sibTrans" presStyleLbl="sibTrans2D1" presStyleIdx="0" presStyleCnt="0"/>
      <dgm:spPr/>
    </dgm:pt>
    <dgm:pt modelId="{4D37BB9C-5792-4A46-9FAF-37A4A914262F}" type="pres">
      <dgm:prSet presAssocID="{7ED33221-45DF-4C66-A48D-D9821ED848C2}" presName="compNode" presStyleCnt="0"/>
      <dgm:spPr/>
    </dgm:pt>
    <dgm:pt modelId="{74E1F928-A46E-4102-8F96-25D26F241F57}" type="pres">
      <dgm:prSet presAssocID="{7ED33221-45DF-4C66-A48D-D9821ED848C2}" presName="iconBgRect" presStyleLbl="bgShp" presStyleIdx="2" presStyleCnt="4"/>
      <dgm:spPr/>
    </dgm:pt>
    <dgm:pt modelId="{A892A571-5482-48CC-9EC6-0FE435A573F0}" type="pres">
      <dgm:prSet presAssocID="{7ED33221-45DF-4C66-A48D-D9821ED848C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F6F5C66A-AD4A-40A7-929F-3B273DB1611C}" type="pres">
      <dgm:prSet presAssocID="{7ED33221-45DF-4C66-A48D-D9821ED848C2}" presName="spaceRect" presStyleCnt="0"/>
      <dgm:spPr/>
    </dgm:pt>
    <dgm:pt modelId="{F9457144-C603-463E-9465-2930254DF08A}" type="pres">
      <dgm:prSet presAssocID="{7ED33221-45DF-4C66-A48D-D9821ED848C2}" presName="textRect" presStyleLbl="revTx" presStyleIdx="2" presStyleCnt="4">
        <dgm:presLayoutVars>
          <dgm:chMax val="1"/>
          <dgm:chPref val="1"/>
        </dgm:presLayoutVars>
      </dgm:prSet>
      <dgm:spPr/>
    </dgm:pt>
    <dgm:pt modelId="{E4EF23C2-7062-417A-BBAC-646D5837D8DD}" type="pres">
      <dgm:prSet presAssocID="{EA1C9AB3-52D0-460F-A23E-909E993979DC}" presName="sibTrans" presStyleLbl="sibTrans2D1" presStyleIdx="0" presStyleCnt="0"/>
      <dgm:spPr/>
    </dgm:pt>
    <dgm:pt modelId="{C78A598B-085E-4D44-A12A-2C002B3FE133}" type="pres">
      <dgm:prSet presAssocID="{7B43A8B6-BC5D-42CF-A835-ADD33CEBD594}" presName="compNode" presStyleCnt="0"/>
      <dgm:spPr/>
    </dgm:pt>
    <dgm:pt modelId="{D0422BDE-EF83-4C32-97E9-0B969BF60C20}" type="pres">
      <dgm:prSet presAssocID="{7B43A8B6-BC5D-42CF-A835-ADD33CEBD594}" presName="iconBgRect" presStyleLbl="bgShp" presStyleIdx="3" presStyleCnt="4"/>
      <dgm:spPr/>
    </dgm:pt>
    <dgm:pt modelId="{0486BC07-199E-4CDC-A883-0AB50B36B5CA}" type="pres">
      <dgm:prSet presAssocID="{7B43A8B6-BC5D-42CF-A835-ADD33CEBD59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5ABCBF1D-C20A-4C4C-B233-5BB53CB1163C}" type="pres">
      <dgm:prSet presAssocID="{7B43A8B6-BC5D-42CF-A835-ADD33CEBD594}" presName="spaceRect" presStyleCnt="0"/>
      <dgm:spPr/>
    </dgm:pt>
    <dgm:pt modelId="{4FE35A92-FE8C-4F91-95FF-8F4DF83C740F}" type="pres">
      <dgm:prSet presAssocID="{7B43A8B6-BC5D-42CF-A835-ADD33CEBD59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27C3026-19FD-DC4D-AB8C-032BCFE474CE}" type="presOf" srcId="{02B62F24-745E-43BE-948A-F4DA31D56A57}" destId="{9D801037-D12B-4320-9B0D-0C5C1364C5D3}" srcOrd="0" destOrd="0" presId="urn:microsoft.com/office/officeart/2018/2/layout/IconCircleList"/>
    <dgm:cxn modelId="{79351331-7041-4503-BBDA-BB2F12494CC1}" srcId="{7A25B1F6-CE4A-499F-B6B5-1E0C221F72D9}" destId="{663939A4-2F53-4E06-B0C3-07929B38D28A}" srcOrd="1" destOrd="0" parTransId="{7D5C5285-0F0D-46E5-A872-F489298CBD51}" sibTransId="{02B62F24-745E-43BE-948A-F4DA31D56A57}"/>
    <dgm:cxn modelId="{2B8FCA38-248D-4E3D-B8F2-E8AA437E142D}" srcId="{7A25B1F6-CE4A-499F-B6B5-1E0C221F72D9}" destId="{7B43A8B6-BC5D-42CF-A835-ADD33CEBD594}" srcOrd="3" destOrd="0" parTransId="{5151AB6E-499A-479C-8D45-317736738D81}" sibTransId="{94448206-BE7D-44E9-9AA2-A1C5E57BD17F}"/>
    <dgm:cxn modelId="{DDB98F48-E4DF-4A55-BC1E-801C7AE28F26}" srcId="{7A25B1F6-CE4A-499F-B6B5-1E0C221F72D9}" destId="{7ED33221-45DF-4C66-A48D-D9821ED848C2}" srcOrd="2" destOrd="0" parTransId="{A71BA7B7-F333-42BB-9708-F2FA24694D13}" sibTransId="{EA1C9AB3-52D0-460F-A23E-909E993979DC}"/>
    <dgm:cxn modelId="{4F787A62-2A4D-F941-B4B5-2E757750D68B}" type="presOf" srcId="{663939A4-2F53-4E06-B0C3-07929B38D28A}" destId="{B32F9CD1-834E-4D99-9D0A-A2A66AF833C6}" srcOrd="0" destOrd="0" presId="urn:microsoft.com/office/officeart/2018/2/layout/IconCircleList"/>
    <dgm:cxn modelId="{BE34D372-9425-854A-BC7D-CD6B49962BFF}" type="presOf" srcId="{EA1C9AB3-52D0-460F-A23E-909E993979DC}" destId="{E4EF23C2-7062-417A-BBAC-646D5837D8DD}" srcOrd="0" destOrd="0" presId="urn:microsoft.com/office/officeart/2018/2/layout/IconCircleList"/>
    <dgm:cxn modelId="{DD758292-EFEE-6347-A33D-7E5541525FDC}" type="presOf" srcId="{7A25B1F6-CE4A-499F-B6B5-1E0C221F72D9}" destId="{70C57EE9-7E07-4248-B01E-E40D379B6B3F}" srcOrd="0" destOrd="0" presId="urn:microsoft.com/office/officeart/2018/2/layout/IconCircleList"/>
    <dgm:cxn modelId="{E4F54DC8-FD09-0842-8F3B-69404611393F}" type="presOf" srcId="{64EFED87-279D-4784-880B-DB9E81077435}" destId="{9670AD66-8B7E-4A82-8C62-4177AC96E86C}" srcOrd="0" destOrd="0" presId="urn:microsoft.com/office/officeart/2018/2/layout/IconCircleList"/>
    <dgm:cxn modelId="{75E486C8-73A4-8E4E-BE70-5FC122B868E7}" type="presOf" srcId="{7B43A8B6-BC5D-42CF-A835-ADD33CEBD594}" destId="{4FE35A92-FE8C-4F91-95FF-8F4DF83C740F}" srcOrd="0" destOrd="0" presId="urn:microsoft.com/office/officeart/2018/2/layout/IconCircleList"/>
    <dgm:cxn modelId="{BFA50ACB-1948-144D-8D8A-94E881FE7D1F}" type="presOf" srcId="{D72FBDF0-6228-4077-9541-D515EB6D1CF9}" destId="{B38F82DA-E17B-4E55-9AD1-E7A7C2441375}" srcOrd="0" destOrd="0" presId="urn:microsoft.com/office/officeart/2018/2/layout/IconCircleList"/>
    <dgm:cxn modelId="{699854D1-84EB-4380-9ACF-0EE79FC47628}" srcId="{7A25B1F6-CE4A-499F-B6B5-1E0C221F72D9}" destId="{64EFED87-279D-4784-880B-DB9E81077435}" srcOrd="0" destOrd="0" parTransId="{C30B5426-9C53-4757-A562-2903763B994D}" sibTransId="{D72FBDF0-6228-4077-9541-D515EB6D1CF9}"/>
    <dgm:cxn modelId="{0926BAD2-9E88-8F43-9492-6DB921A6BD95}" type="presOf" srcId="{7ED33221-45DF-4C66-A48D-D9821ED848C2}" destId="{F9457144-C603-463E-9465-2930254DF08A}" srcOrd="0" destOrd="0" presId="urn:microsoft.com/office/officeart/2018/2/layout/IconCircleList"/>
    <dgm:cxn modelId="{3AFA8FAC-BED7-0642-AEC3-06D4CFF50312}" type="presParOf" srcId="{70C57EE9-7E07-4248-B01E-E40D379B6B3F}" destId="{290D88D8-2FDE-4A6C-95F0-D7E0E15521DA}" srcOrd="0" destOrd="0" presId="urn:microsoft.com/office/officeart/2018/2/layout/IconCircleList"/>
    <dgm:cxn modelId="{8CB9C4B8-2C04-4148-9A96-9AFB48CFF523}" type="presParOf" srcId="{290D88D8-2FDE-4A6C-95F0-D7E0E15521DA}" destId="{E8B43A24-8105-4802-8AF5-B6B9019228FF}" srcOrd="0" destOrd="0" presId="urn:microsoft.com/office/officeart/2018/2/layout/IconCircleList"/>
    <dgm:cxn modelId="{7E2DCF52-EDA3-464B-AC91-C088385300F2}" type="presParOf" srcId="{E8B43A24-8105-4802-8AF5-B6B9019228FF}" destId="{0926A35F-9A0F-484D-B181-A5D118A7E12A}" srcOrd="0" destOrd="0" presId="urn:microsoft.com/office/officeart/2018/2/layout/IconCircleList"/>
    <dgm:cxn modelId="{97796FB7-0DFA-B043-969C-C25ED7C3068D}" type="presParOf" srcId="{E8B43A24-8105-4802-8AF5-B6B9019228FF}" destId="{1117AB8A-5D4E-4C7D-8FBA-28C02C84A729}" srcOrd="1" destOrd="0" presId="urn:microsoft.com/office/officeart/2018/2/layout/IconCircleList"/>
    <dgm:cxn modelId="{38ACAA68-2647-6A4B-BE46-98FBF0775EB2}" type="presParOf" srcId="{E8B43A24-8105-4802-8AF5-B6B9019228FF}" destId="{2BAC23E8-D4A0-4357-864F-729E7EC21974}" srcOrd="2" destOrd="0" presId="urn:microsoft.com/office/officeart/2018/2/layout/IconCircleList"/>
    <dgm:cxn modelId="{58F19243-B14F-E149-8DDD-513C4847D3AE}" type="presParOf" srcId="{E8B43A24-8105-4802-8AF5-B6B9019228FF}" destId="{9670AD66-8B7E-4A82-8C62-4177AC96E86C}" srcOrd="3" destOrd="0" presId="urn:microsoft.com/office/officeart/2018/2/layout/IconCircleList"/>
    <dgm:cxn modelId="{02D3B08F-B7E4-3045-9B1E-390DE4BEC1E4}" type="presParOf" srcId="{290D88D8-2FDE-4A6C-95F0-D7E0E15521DA}" destId="{B38F82DA-E17B-4E55-9AD1-E7A7C2441375}" srcOrd="1" destOrd="0" presId="urn:microsoft.com/office/officeart/2018/2/layout/IconCircleList"/>
    <dgm:cxn modelId="{43C5D446-02DE-4F46-AA71-10237EB6FA63}" type="presParOf" srcId="{290D88D8-2FDE-4A6C-95F0-D7E0E15521DA}" destId="{A6CE3F9A-1EB7-4349-9AB1-C414B0D4931A}" srcOrd="2" destOrd="0" presId="urn:microsoft.com/office/officeart/2018/2/layout/IconCircleList"/>
    <dgm:cxn modelId="{9E04F708-39AF-384F-ADA7-A2E79A09FE7B}" type="presParOf" srcId="{A6CE3F9A-1EB7-4349-9AB1-C414B0D4931A}" destId="{802972EF-C7FD-4E90-9E3B-27BD1D5E670D}" srcOrd="0" destOrd="0" presId="urn:microsoft.com/office/officeart/2018/2/layout/IconCircleList"/>
    <dgm:cxn modelId="{BF42FFC0-53A2-F64C-98B6-D4770410DEE6}" type="presParOf" srcId="{A6CE3F9A-1EB7-4349-9AB1-C414B0D4931A}" destId="{5EE972A9-2F28-41D5-8926-BE5F7F21B258}" srcOrd="1" destOrd="0" presId="urn:microsoft.com/office/officeart/2018/2/layout/IconCircleList"/>
    <dgm:cxn modelId="{33F2B0A8-7A20-D841-8ADC-CA85DD62D7EA}" type="presParOf" srcId="{A6CE3F9A-1EB7-4349-9AB1-C414B0D4931A}" destId="{14A05E15-BE4A-4271-9556-3A7D1BE5D620}" srcOrd="2" destOrd="0" presId="urn:microsoft.com/office/officeart/2018/2/layout/IconCircleList"/>
    <dgm:cxn modelId="{195ABDFB-E920-C748-B0AC-4B4A8DCE9F15}" type="presParOf" srcId="{A6CE3F9A-1EB7-4349-9AB1-C414B0D4931A}" destId="{B32F9CD1-834E-4D99-9D0A-A2A66AF833C6}" srcOrd="3" destOrd="0" presId="urn:microsoft.com/office/officeart/2018/2/layout/IconCircleList"/>
    <dgm:cxn modelId="{0F8603D0-D6A4-2244-96D2-7F774364A4A6}" type="presParOf" srcId="{290D88D8-2FDE-4A6C-95F0-D7E0E15521DA}" destId="{9D801037-D12B-4320-9B0D-0C5C1364C5D3}" srcOrd="3" destOrd="0" presId="urn:microsoft.com/office/officeart/2018/2/layout/IconCircleList"/>
    <dgm:cxn modelId="{C89B1B59-406F-9D43-B3E1-55729E36898F}" type="presParOf" srcId="{290D88D8-2FDE-4A6C-95F0-D7E0E15521DA}" destId="{4D37BB9C-5792-4A46-9FAF-37A4A914262F}" srcOrd="4" destOrd="0" presId="urn:microsoft.com/office/officeart/2018/2/layout/IconCircleList"/>
    <dgm:cxn modelId="{E0339589-E3E2-8D46-A648-D1CD24D5E764}" type="presParOf" srcId="{4D37BB9C-5792-4A46-9FAF-37A4A914262F}" destId="{74E1F928-A46E-4102-8F96-25D26F241F57}" srcOrd="0" destOrd="0" presId="urn:microsoft.com/office/officeart/2018/2/layout/IconCircleList"/>
    <dgm:cxn modelId="{B0E189EB-314C-424C-B906-EB2C45931983}" type="presParOf" srcId="{4D37BB9C-5792-4A46-9FAF-37A4A914262F}" destId="{A892A571-5482-48CC-9EC6-0FE435A573F0}" srcOrd="1" destOrd="0" presId="urn:microsoft.com/office/officeart/2018/2/layout/IconCircleList"/>
    <dgm:cxn modelId="{0BCAFE79-1554-0A44-A849-38327649A03C}" type="presParOf" srcId="{4D37BB9C-5792-4A46-9FAF-37A4A914262F}" destId="{F6F5C66A-AD4A-40A7-929F-3B273DB1611C}" srcOrd="2" destOrd="0" presId="urn:microsoft.com/office/officeart/2018/2/layout/IconCircleList"/>
    <dgm:cxn modelId="{3E40EAD8-CCC1-C245-8F87-3786AF82472D}" type="presParOf" srcId="{4D37BB9C-5792-4A46-9FAF-37A4A914262F}" destId="{F9457144-C603-463E-9465-2930254DF08A}" srcOrd="3" destOrd="0" presId="urn:microsoft.com/office/officeart/2018/2/layout/IconCircleList"/>
    <dgm:cxn modelId="{87DE2636-90F3-9D47-B03A-908EC4CE546C}" type="presParOf" srcId="{290D88D8-2FDE-4A6C-95F0-D7E0E15521DA}" destId="{E4EF23C2-7062-417A-BBAC-646D5837D8DD}" srcOrd="5" destOrd="0" presId="urn:microsoft.com/office/officeart/2018/2/layout/IconCircleList"/>
    <dgm:cxn modelId="{3BC3875E-C338-CA48-AA40-9D3E455AA15A}" type="presParOf" srcId="{290D88D8-2FDE-4A6C-95F0-D7E0E15521DA}" destId="{C78A598B-085E-4D44-A12A-2C002B3FE133}" srcOrd="6" destOrd="0" presId="urn:microsoft.com/office/officeart/2018/2/layout/IconCircleList"/>
    <dgm:cxn modelId="{28F36F5B-522F-6D4E-AADA-7D9E463B4174}" type="presParOf" srcId="{C78A598B-085E-4D44-A12A-2C002B3FE133}" destId="{D0422BDE-EF83-4C32-97E9-0B969BF60C20}" srcOrd="0" destOrd="0" presId="urn:microsoft.com/office/officeart/2018/2/layout/IconCircleList"/>
    <dgm:cxn modelId="{D112CE78-BFBE-5C44-85E9-2DDA8B49795F}" type="presParOf" srcId="{C78A598B-085E-4D44-A12A-2C002B3FE133}" destId="{0486BC07-199E-4CDC-A883-0AB50B36B5CA}" srcOrd="1" destOrd="0" presId="urn:microsoft.com/office/officeart/2018/2/layout/IconCircleList"/>
    <dgm:cxn modelId="{43C3A316-331C-3342-9BF0-8F9D46C98E1B}" type="presParOf" srcId="{C78A598B-085E-4D44-A12A-2C002B3FE133}" destId="{5ABCBF1D-C20A-4C4C-B233-5BB53CB1163C}" srcOrd="2" destOrd="0" presId="urn:microsoft.com/office/officeart/2018/2/layout/IconCircleList"/>
    <dgm:cxn modelId="{8920A4A6-D3B9-2144-AD7B-5FA4212402D3}" type="presParOf" srcId="{C78A598B-085E-4D44-A12A-2C002B3FE133}" destId="{4FE35A92-FE8C-4F91-95FF-8F4DF83C740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8023C3-24AE-48B3-B942-6D55BEEACE69}" type="doc">
      <dgm:prSet loTypeId="urn:microsoft.com/office/officeart/2005/8/layout/process5" loCatId="process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65A7AC1F-1BB7-4F8E-83AB-0B9BF1245664}">
      <dgm:prSet/>
      <dgm:spPr/>
      <dgm:t>
        <a:bodyPr/>
        <a:lstStyle/>
        <a:p>
          <a:r>
            <a:rPr lang="en-US"/>
            <a:t>1. User enters process description</a:t>
          </a:r>
        </a:p>
      </dgm:t>
    </dgm:pt>
    <dgm:pt modelId="{309F0D22-F8E0-4EA0-8119-71E184238283}" type="parTrans" cxnId="{50F6AAB7-EA0A-4A69-8579-301C6A640DF3}">
      <dgm:prSet/>
      <dgm:spPr/>
      <dgm:t>
        <a:bodyPr/>
        <a:lstStyle/>
        <a:p>
          <a:endParaRPr lang="en-US"/>
        </a:p>
      </dgm:t>
    </dgm:pt>
    <dgm:pt modelId="{8A346E56-58E6-423E-A2B7-E060C6452BBC}" type="sibTrans" cxnId="{50F6AAB7-EA0A-4A69-8579-301C6A640DF3}">
      <dgm:prSet/>
      <dgm:spPr/>
      <dgm:t>
        <a:bodyPr/>
        <a:lstStyle/>
        <a:p>
          <a:endParaRPr lang="en-US"/>
        </a:p>
      </dgm:t>
    </dgm:pt>
    <dgm:pt modelId="{B6731014-E926-4498-9E57-11F7D35AA7DF}">
      <dgm:prSet/>
      <dgm:spPr/>
      <dgm:t>
        <a:bodyPr/>
        <a:lstStyle/>
        <a:p>
          <a:r>
            <a:rPr lang="en-US"/>
            <a:t>2. AI model analyzes the text</a:t>
          </a:r>
        </a:p>
      </dgm:t>
    </dgm:pt>
    <dgm:pt modelId="{829528AB-24A6-467A-8B63-961B11ED89CE}" type="parTrans" cxnId="{3DC18CD7-CA95-4A4F-B15B-73D5F2B08261}">
      <dgm:prSet/>
      <dgm:spPr/>
      <dgm:t>
        <a:bodyPr/>
        <a:lstStyle/>
        <a:p>
          <a:endParaRPr lang="en-US"/>
        </a:p>
      </dgm:t>
    </dgm:pt>
    <dgm:pt modelId="{10F5487E-1774-4AB4-965C-CEE889D7B01F}" type="sibTrans" cxnId="{3DC18CD7-CA95-4A4F-B15B-73D5F2B08261}">
      <dgm:prSet/>
      <dgm:spPr/>
      <dgm:t>
        <a:bodyPr/>
        <a:lstStyle/>
        <a:p>
          <a:endParaRPr lang="en-US"/>
        </a:p>
      </dgm:t>
    </dgm:pt>
    <dgm:pt modelId="{48443493-05D8-4AD7-AB67-8DF0E3E999EE}">
      <dgm:prSet/>
      <dgm:spPr/>
      <dgm:t>
        <a:bodyPr/>
        <a:lstStyle/>
        <a:p>
          <a:r>
            <a:rPr lang="en-US"/>
            <a:t>3. Process structure converted into JSON</a:t>
          </a:r>
        </a:p>
      </dgm:t>
    </dgm:pt>
    <dgm:pt modelId="{1F0BE63D-A10E-4004-8C52-5A3B8908669C}" type="parTrans" cxnId="{C24B7E71-9C5C-4A8B-9BE2-A621F0C916E6}">
      <dgm:prSet/>
      <dgm:spPr/>
      <dgm:t>
        <a:bodyPr/>
        <a:lstStyle/>
        <a:p>
          <a:endParaRPr lang="en-US"/>
        </a:p>
      </dgm:t>
    </dgm:pt>
    <dgm:pt modelId="{36F86E31-0F84-4BEF-A9BD-8E33CEA959D0}" type="sibTrans" cxnId="{C24B7E71-9C5C-4A8B-9BE2-A621F0C916E6}">
      <dgm:prSet/>
      <dgm:spPr/>
      <dgm:t>
        <a:bodyPr/>
        <a:lstStyle/>
        <a:p>
          <a:endParaRPr lang="en-US"/>
        </a:p>
      </dgm:t>
    </dgm:pt>
    <dgm:pt modelId="{52480137-A479-408C-B088-5417690E44CB}">
      <dgm:prSet/>
      <dgm:spPr/>
      <dgm:t>
        <a:bodyPr/>
        <a:lstStyle/>
        <a:p>
          <a:r>
            <a:rPr lang="en-US"/>
            <a:t>4. Python generates BPMN diagram (SVG)</a:t>
          </a:r>
        </a:p>
      </dgm:t>
    </dgm:pt>
    <dgm:pt modelId="{DE8F4476-4286-44A9-9624-129F8AA2218E}" type="parTrans" cxnId="{B7741805-3CA4-4897-8BBD-A2F68D81C9E1}">
      <dgm:prSet/>
      <dgm:spPr/>
      <dgm:t>
        <a:bodyPr/>
        <a:lstStyle/>
        <a:p>
          <a:endParaRPr lang="en-US"/>
        </a:p>
      </dgm:t>
    </dgm:pt>
    <dgm:pt modelId="{3339BF74-F844-48F1-AFF5-1BCB11A0E6F0}" type="sibTrans" cxnId="{B7741805-3CA4-4897-8BBD-A2F68D81C9E1}">
      <dgm:prSet/>
      <dgm:spPr/>
      <dgm:t>
        <a:bodyPr/>
        <a:lstStyle/>
        <a:p>
          <a:endParaRPr lang="en-US"/>
        </a:p>
      </dgm:t>
    </dgm:pt>
    <dgm:pt modelId="{A2FA3D26-C7B1-4DCD-B5DA-956AA1CD4BA4}">
      <dgm:prSet/>
      <dgm:spPr/>
      <dgm:t>
        <a:bodyPr/>
        <a:lstStyle/>
        <a:p>
          <a:r>
            <a:rPr lang="en-US"/>
            <a:t>5. Diagram displayed in the web interface</a:t>
          </a:r>
        </a:p>
      </dgm:t>
    </dgm:pt>
    <dgm:pt modelId="{BEC8B4D7-CC29-4C49-BC1E-6A4340EB75B8}" type="parTrans" cxnId="{C9693CEB-8414-484B-AA60-F60EFDCB43FA}">
      <dgm:prSet/>
      <dgm:spPr/>
      <dgm:t>
        <a:bodyPr/>
        <a:lstStyle/>
        <a:p>
          <a:endParaRPr lang="en-US"/>
        </a:p>
      </dgm:t>
    </dgm:pt>
    <dgm:pt modelId="{CF23904F-C15A-47C8-A65C-50F2A20CBD23}" type="sibTrans" cxnId="{C9693CEB-8414-484B-AA60-F60EFDCB43FA}">
      <dgm:prSet/>
      <dgm:spPr/>
      <dgm:t>
        <a:bodyPr/>
        <a:lstStyle/>
        <a:p>
          <a:endParaRPr lang="en-US"/>
        </a:p>
      </dgm:t>
    </dgm:pt>
    <dgm:pt modelId="{2F2B47DA-4B82-C347-B84C-AC4D55E6E9B9}" type="pres">
      <dgm:prSet presAssocID="{BA8023C3-24AE-48B3-B942-6D55BEEACE69}" presName="diagram" presStyleCnt="0">
        <dgm:presLayoutVars>
          <dgm:dir/>
          <dgm:resizeHandles val="exact"/>
        </dgm:presLayoutVars>
      </dgm:prSet>
      <dgm:spPr/>
    </dgm:pt>
    <dgm:pt modelId="{717E36F8-BFF6-784A-962F-D4E7430C3F03}" type="pres">
      <dgm:prSet presAssocID="{65A7AC1F-1BB7-4F8E-83AB-0B9BF1245664}" presName="node" presStyleLbl="node1" presStyleIdx="0" presStyleCnt="5">
        <dgm:presLayoutVars>
          <dgm:bulletEnabled val="1"/>
        </dgm:presLayoutVars>
      </dgm:prSet>
      <dgm:spPr/>
    </dgm:pt>
    <dgm:pt modelId="{9F64FDBD-71B8-C342-9353-8597B1AD2108}" type="pres">
      <dgm:prSet presAssocID="{8A346E56-58E6-423E-A2B7-E060C6452BBC}" presName="sibTrans" presStyleLbl="sibTrans2D1" presStyleIdx="0" presStyleCnt="4"/>
      <dgm:spPr/>
    </dgm:pt>
    <dgm:pt modelId="{C22B4E85-3810-6545-8389-4E4B7CA964CE}" type="pres">
      <dgm:prSet presAssocID="{8A346E56-58E6-423E-A2B7-E060C6452BBC}" presName="connectorText" presStyleLbl="sibTrans2D1" presStyleIdx="0" presStyleCnt="4"/>
      <dgm:spPr/>
    </dgm:pt>
    <dgm:pt modelId="{3347195F-7D94-C845-ACD5-F7941C39E4A0}" type="pres">
      <dgm:prSet presAssocID="{B6731014-E926-4498-9E57-11F7D35AA7DF}" presName="node" presStyleLbl="node1" presStyleIdx="1" presStyleCnt="5">
        <dgm:presLayoutVars>
          <dgm:bulletEnabled val="1"/>
        </dgm:presLayoutVars>
      </dgm:prSet>
      <dgm:spPr/>
    </dgm:pt>
    <dgm:pt modelId="{ABD21999-0580-0943-BDB4-D133BBC0D6B9}" type="pres">
      <dgm:prSet presAssocID="{10F5487E-1774-4AB4-965C-CEE889D7B01F}" presName="sibTrans" presStyleLbl="sibTrans2D1" presStyleIdx="1" presStyleCnt="4"/>
      <dgm:spPr/>
    </dgm:pt>
    <dgm:pt modelId="{47787B39-D55A-7C4C-9244-F3CE3008C1BB}" type="pres">
      <dgm:prSet presAssocID="{10F5487E-1774-4AB4-965C-CEE889D7B01F}" presName="connectorText" presStyleLbl="sibTrans2D1" presStyleIdx="1" presStyleCnt="4"/>
      <dgm:spPr/>
    </dgm:pt>
    <dgm:pt modelId="{FB6D516A-A8B2-6E4A-A70D-34A6E70997B0}" type="pres">
      <dgm:prSet presAssocID="{48443493-05D8-4AD7-AB67-8DF0E3E999EE}" presName="node" presStyleLbl="node1" presStyleIdx="2" presStyleCnt="5">
        <dgm:presLayoutVars>
          <dgm:bulletEnabled val="1"/>
        </dgm:presLayoutVars>
      </dgm:prSet>
      <dgm:spPr/>
    </dgm:pt>
    <dgm:pt modelId="{6582D5AB-38F8-664B-870D-516EACFD7BAD}" type="pres">
      <dgm:prSet presAssocID="{36F86E31-0F84-4BEF-A9BD-8E33CEA959D0}" presName="sibTrans" presStyleLbl="sibTrans2D1" presStyleIdx="2" presStyleCnt="4"/>
      <dgm:spPr/>
    </dgm:pt>
    <dgm:pt modelId="{C41E3848-34D2-5543-94F8-4CCBBEACBE53}" type="pres">
      <dgm:prSet presAssocID="{36F86E31-0F84-4BEF-A9BD-8E33CEA959D0}" presName="connectorText" presStyleLbl="sibTrans2D1" presStyleIdx="2" presStyleCnt="4"/>
      <dgm:spPr/>
    </dgm:pt>
    <dgm:pt modelId="{8393ECCE-FE75-D242-896A-FD5623E7D71B}" type="pres">
      <dgm:prSet presAssocID="{52480137-A479-408C-B088-5417690E44CB}" presName="node" presStyleLbl="node1" presStyleIdx="3" presStyleCnt="5">
        <dgm:presLayoutVars>
          <dgm:bulletEnabled val="1"/>
        </dgm:presLayoutVars>
      </dgm:prSet>
      <dgm:spPr/>
    </dgm:pt>
    <dgm:pt modelId="{FF4E1833-42B6-C049-A01B-BB1FB6AC7A81}" type="pres">
      <dgm:prSet presAssocID="{3339BF74-F844-48F1-AFF5-1BCB11A0E6F0}" presName="sibTrans" presStyleLbl="sibTrans2D1" presStyleIdx="3" presStyleCnt="4"/>
      <dgm:spPr/>
    </dgm:pt>
    <dgm:pt modelId="{15188C44-6638-FD4A-9864-E949220C395E}" type="pres">
      <dgm:prSet presAssocID="{3339BF74-F844-48F1-AFF5-1BCB11A0E6F0}" presName="connectorText" presStyleLbl="sibTrans2D1" presStyleIdx="3" presStyleCnt="4"/>
      <dgm:spPr/>
    </dgm:pt>
    <dgm:pt modelId="{666C7909-7B09-8046-A497-52460C261CC5}" type="pres">
      <dgm:prSet presAssocID="{A2FA3D26-C7B1-4DCD-B5DA-956AA1CD4BA4}" presName="node" presStyleLbl="node1" presStyleIdx="4" presStyleCnt="5">
        <dgm:presLayoutVars>
          <dgm:bulletEnabled val="1"/>
        </dgm:presLayoutVars>
      </dgm:prSet>
      <dgm:spPr/>
    </dgm:pt>
  </dgm:ptLst>
  <dgm:cxnLst>
    <dgm:cxn modelId="{B7741805-3CA4-4897-8BBD-A2F68D81C9E1}" srcId="{BA8023C3-24AE-48B3-B942-6D55BEEACE69}" destId="{52480137-A479-408C-B088-5417690E44CB}" srcOrd="3" destOrd="0" parTransId="{DE8F4476-4286-44A9-9624-129F8AA2218E}" sibTransId="{3339BF74-F844-48F1-AFF5-1BCB11A0E6F0}"/>
    <dgm:cxn modelId="{34ECE730-8D22-8F4B-8DAD-384BA118C00F}" type="presOf" srcId="{B6731014-E926-4498-9E57-11F7D35AA7DF}" destId="{3347195F-7D94-C845-ACD5-F7941C39E4A0}" srcOrd="0" destOrd="0" presId="urn:microsoft.com/office/officeart/2005/8/layout/process5"/>
    <dgm:cxn modelId="{058D3E40-F59C-FD41-BCA7-CD9F141B3A96}" type="presOf" srcId="{65A7AC1F-1BB7-4F8E-83AB-0B9BF1245664}" destId="{717E36F8-BFF6-784A-962F-D4E7430C3F03}" srcOrd="0" destOrd="0" presId="urn:microsoft.com/office/officeart/2005/8/layout/process5"/>
    <dgm:cxn modelId="{F375A459-AB1B-C548-8FB2-0CADEF257B7E}" type="presOf" srcId="{36F86E31-0F84-4BEF-A9BD-8E33CEA959D0}" destId="{6582D5AB-38F8-664B-870D-516EACFD7BAD}" srcOrd="0" destOrd="0" presId="urn:microsoft.com/office/officeart/2005/8/layout/process5"/>
    <dgm:cxn modelId="{C5AA9C6E-8FAE-AD4A-8541-41A667C65D28}" type="presOf" srcId="{BA8023C3-24AE-48B3-B942-6D55BEEACE69}" destId="{2F2B47DA-4B82-C347-B84C-AC4D55E6E9B9}" srcOrd="0" destOrd="0" presId="urn:microsoft.com/office/officeart/2005/8/layout/process5"/>
    <dgm:cxn modelId="{CE40C26F-9105-5746-8DB1-F0AE6A7C86BF}" type="presOf" srcId="{36F86E31-0F84-4BEF-A9BD-8E33CEA959D0}" destId="{C41E3848-34D2-5543-94F8-4CCBBEACBE53}" srcOrd="1" destOrd="0" presId="urn:microsoft.com/office/officeart/2005/8/layout/process5"/>
    <dgm:cxn modelId="{E1C59E70-7B2B-1C4B-A915-79405ECBA24E}" type="presOf" srcId="{A2FA3D26-C7B1-4DCD-B5DA-956AA1CD4BA4}" destId="{666C7909-7B09-8046-A497-52460C261CC5}" srcOrd="0" destOrd="0" presId="urn:microsoft.com/office/officeart/2005/8/layout/process5"/>
    <dgm:cxn modelId="{C24B7E71-9C5C-4A8B-9BE2-A621F0C916E6}" srcId="{BA8023C3-24AE-48B3-B942-6D55BEEACE69}" destId="{48443493-05D8-4AD7-AB67-8DF0E3E999EE}" srcOrd="2" destOrd="0" parTransId="{1F0BE63D-A10E-4004-8C52-5A3B8908669C}" sibTransId="{36F86E31-0F84-4BEF-A9BD-8E33CEA959D0}"/>
    <dgm:cxn modelId="{AA592F85-D8E2-104F-A90C-C1E026C7CFBB}" type="presOf" srcId="{52480137-A479-408C-B088-5417690E44CB}" destId="{8393ECCE-FE75-D242-896A-FD5623E7D71B}" srcOrd="0" destOrd="0" presId="urn:microsoft.com/office/officeart/2005/8/layout/process5"/>
    <dgm:cxn modelId="{B9EF368B-FC1F-C047-860E-86A355E14EEC}" type="presOf" srcId="{48443493-05D8-4AD7-AB67-8DF0E3E999EE}" destId="{FB6D516A-A8B2-6E4A-A70D-34A6E70997B0}" srcOrd="0" destOrd="0" presId="urn:microsoft.com/office/officeart/2005/8/layout/process5"/>
    <dgm:cxn modelId="{50309397-5D39-2D45-9A8E-882E8D54DC15}" type="presOf" srcId="{3339BF74-F844-48F1-AFF5-1BCB11A0E6F0}" destId="{15188C44-6638-FD4A-9864-E949220C395E}" srcOrd="1" destOrd="0" presId="urn:microsoft.com/office/officeart/2005/8/layout/process5"/>
    <dgm:cxn modelId="{50F6AAB7-EA0A-4A69-8579-301C6A640DF3}" srcId="{BA8023C3-24AE-48B3-B942-6D55BEEACE69}" destId="{65A7AC1F-1BB7-4F8E-83AB-0B9BF1245664}" srcOrd="0" destOrd="0" parTransId="{309F0D22-F8E0-4EA0-8119-71E184238283}" sibTransId="{8A346E56-58E6-423E-A2B7-E060C6452BBC}"/>
    <dgm:cxn modelId="{19886DBC-16EF-0642-B4E7-6457A02A3F4E}" type="presOf" srcId="{8A346E56-58E6-423E-A2B7-E060C6452BBC}" destId="{9F64FDBD-71B8-C342-9353-8597B1AD2108}" srcOrd="0" destOrd="0" presId="urn:microsoft.com/office/officeart/2005/8/layout/process5"/>
    <dgm:cxn modelId="{A42B43C0-88DA-2245-9959-F502C2EE7BD3}" type="presOf" srcId="{8A346E56-58E6-423E-A2B7-E060C6452BBC}" destId="{C22B4E85-3810-6545-8389-4E4B7CA964CE}" srcOrd="1" destOrd="0" presId="urn:microsoft.com/office/officeart/2005/8/layout/process5"/>
    <dgm:cxn modelId="{33BB4FCB-1E22-AB49-8828-326B6F83A244}" type="presOf" srcId="{10F5487E-1774-4AB4-965C-CEE889D7B01F}" destId="{ABD21999-0580-0943-BDB4-D133BBC0D6B9}" srcOrd="0" destOrd="0" presId="urn:microsoft.com/office/officeart/2005/8/layout/process5"/>
    <dgm:cxn modelId="{3DC18CD7-CA95-4A4F-B15B-73D5F2B08261}" srcId="{BA8023C3-24AE-48B3-B942-6D55BEEACE69}" destId="{B6731014-E926-4498-9E57-11F7D35AA7DF}" srcOrd="1" destOrd="0" parTransId="{829528AB-24A6-467A-8B63-961B11ED89CE}" sibTransId="{10F5487E-1774-4AB4-965C-CEE889D7B01F}"/>
    <dgm:cxn modelId="{F3CF20DB-0FBF-5F4D-9DBE-F16417C29CCE}" type="presOf" srcId="{3339BF74-F844-48F1-AFF5-1BCB11A0E6F0}" destId="{FF4E1833-42B6-C049-A01B-BB1FB6AC7A81}" srcOrd="0" destOrd="0" presId="urn:microsoft.com/office/officeart/2005/8/layout/process5"/>
    <dgm:cxn modelId="{C9693CEB-8414-484B-AA60-F60EFDCB43FA}" srcId="{BA8023C3-24AE-48B3-B942-6D55BEEACE69}" destId="{A2FA3D26-C7B1-4DCD-B5DA-956AA1CD4BA4}" srcOrd="4" destOrd="0" parTransId="{BEC8B4D7-CC29-4C49-BC1E-6A4340EB75B8}" sibTransId="{CF23904F-C15A-47C8-A65C-50F2A20CBD23}"/>
    <dgm:cxn modelId="{6E1BE8F9-17BE-584B-9504-FF23DDA4A1FC}" type="presOf" srcId="{10F5487E-1774-4AB4-965C-CEE889D7B01F}" destId="{47787B39-D55A-7C4C-9244-F3CE3008C1BB}" srcOrd="1" destOrd="0" presId="urn:microsoft.com/office/officeart/2005/8/layout/process5"/>
    <dgm:cxn modelId="{881DE9BF-EC47-E745-9FC0-9603CBC017C4}" type="presParOf" srcId="{2F2B47DA-4B82-C347-B84C-AC4D55E6E9B9}" destId="{717E36F8-BFF6-784A-962F-D4E7430C3F03}" srcOrd="0" destOrd="0" presId="urn:microsoft.com/office/officeart/2005/8/layout/process5"/>
    <dgm:cxn modelId="{C34F7A89-DD4B-6C49-9E52-18CD9B421CAF}" type="presParOf" srcId="{2F2B47DA-4B82-C347-B84C-AC4D55E6E9B9}" destId="{9F64FDBD-71B8-C342-9353-8597B1AD2108}" srcOrd="1" destOrd="0" presId="urn:microsoft.com/office/officeart/2005/8/layout/process5"/>
    <dgm:cxn modelId="{BFA9896C-743D-9B45-A1F3-DAD7B2EA26E3}" type="presParOf" srcId="{9F64FDBD-71B8-C342-9353-8597B1AD2108}" destId="{C22B4E85-3810-6545-8389-4E4B7CA964CE}" srcOrd="0" destOrd="0" presId="urn:microsoft.com/office/officeart/2005/8/layout/process5"/>
    <dgm:cxn modelId="{98EED3DF-5870-9447-8107-C97474165362}" type="presParOf" srcId="{2F2B47DA-4B82-C347-B84C-AC4D55E6E9B9}" destId="{3347195F-7D94-C845-ACD5-F7941C39E4A0}" srcOrd="2" destOrd="0" presId="urn:microsoft.com/office/officeart/2005/8/layout/process5"/>
    <dgm:cxn modelId="{C0A6490A-A015-D64D-87E6-E3FA58D1175E}" type="presParOf" srcId="{2F2B47DA-4B82-C347-B84C-AC4D55E6E9B9}" destId="{ABD21999-0580-0943-BDB4-D133BBC0D6B9}" srcOrd="3" destOrd="0" presId="urn:microsoft.com/office/officeart/2005/8/layout/process5"/>
    <dgm:cxn modelId="{8BABBD66-E432-9642-90FF-7ECE079F872B}" type="presParOf" srcId="{ABD21999-0580-0943-BDB4-D133BBC0D6B9}" destId="{47787B39-D55A-7C4C-9244-F3CE3008C1BB}" srcOrd="0" destOrd="0" presId="urn:microsoft.com/office/officeart/2005/8/layout/process5"/>
    <dgm:cxn modelId="{46509744-3A2E-7E46-BE38-A1E953C38E73}" type="presParOf" srcId="{2F2B47DA-4B82-C347-B84C-AC4D55E6E9B9}" destId="{FB6D516A-A8B2-6E4A-A70D-34A6E70997B0}" srcOrd="4" destOrd="0" presId="urn:microsoft.com/office/officeart/2005/8/layout/process5"/>
    <dgm:cxn modelId="{498F15CC-4F25-D542-89A7-B8D3F3CF2F59}" type="presParOf" srcId="{2F2B47DA-4B82-C347-B84C-AC4D55E6E9B9}" destId="{6582D5AB-38F8-664B-870D-516EACFD7BAD}" srcOrd="5" destOrd="0" presId="urn:microsoft.com/office/officeart/2005/8/layout/process5"/>
    <dgm:cxn modelId="{3E64B615-4660-A047-B25A-F6C97F7B2803}" type="presParOf" srcId="{6582D5AB-38F8-664B-870D-516EACFD7BAD}" destId="{C41E3848-34D2-5543-94F8-4CCBBEACBE53}" srcOrd="0" destOrd="0" presId="urn:microsoft.com/office/officeart/2005/8/layout/process5"/>
    <dgm:cxn modelId="{96610FD5-C181-674C-A429-2689292CD4A6}" type="presParOf" srcId="{2F2B47DA-4B82-C347-B84C-AC4D55E6E9B9}" destId="{8393ECCE-FE75-D242-896A-FD5623E7D71B}" srcOrd="6" destOrd="0" presId="urn:microsoft.com/office/officeart/2005/8/layout/process5"/>
    <dgm:cxn modelId="{89F73F69-807B-944F-B6B7-CC073722772D}" type="presParOf" srcId="{2F2B47DA-4B82-C347-B84C-AC4D55E6E9B9}" destId="{FF4E1833-42B6-C049-A01B-BB1FB6AC7A81}" srcOrd="7" destOrd="0" presId="urn:microsoft.com/office/officeart/2005/8/layout/process5"/>
    <dgm:cxn modelId="{CE7CC3E7-78C3-DD4D-9D74-525D92C7327B}" type="presParOf" srcId="{FF4E1833-42B6-C049-A01B-BB1FB6AC7A81}" destId="{15188C44-6638-FD4A-9864-E949220C395E}" srcOrd="0" destOrd="0" presId="urn:microsoft.com/office/officeart/2005/8/layout/process5"/>
    <dgm:cxn modelId="{13285997-9DC3-1D43-B13F-DCBD2FB47AD3}" type="presParOf" srcId="{2F2B47DA-4B82-C347-B84C-AC4D55E6E9B9}" destId="{666C7909-7B09-8046-A497-52460C261CC5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5F9A73E-9548-4A5B-AAE5-9DDFBB1F746B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9CB3B35-4F8E-41C2-9059-85BE3D489B79}">
      <dgm:prSet/>
      <dgm:spPr/>
      <dgm:t>
        <a:bodyPr/>
        <a:lstStyle/>
        <a:p>
          <a:r>
            <a:rPr lang="en-US"/>
            <a:t>• Python</a:t>
          </a:r>
        </a:p>
      </dgm:t>
    </dgm:pt>
    <dgm:pt modelId="{B75D3CA5-901E-48DA-923F-AD97171211D5}" type="parTrans" cxnId="{C5641DF2-446F-4634-B1BA-101AD7BDADED}">
      <dgm:prSet/>
      <dgm:spPr/>
      <dgm:t>
        <a:bodyPr/>
        <a:lstStyle/>
        <a:p>
          <a:endParaRPr lang="en-US"/>
        </a:p>
      </dgm:t>
    </dgm:pt>
    <dgm:pt modelId="{7C079932-D7BB-4EDA-BFDA-7D7335259927}" type="sibTrans" cxnId="{C5641DF2-446F-4634-B1BA-101AD7BDADED}">
      <dgm:prSet/>
      <dgm:spPr/>
      <dgm:t>
        <a:bodyPr/>
        <a:lstStyle/>
        <a:p>
          <a:endParaRPr lang="en-US"/>
        </a:p>
      </dgm:t>
    </dgm:pt>
    <dgm:pt modelId="{F60D12D7-7ED5-4CD3-B90B-F68C67CE02B6}">
      <dgm:prSet/>
      <dgm:spPr/>
      <dgm:t>
        <a:bodyPr/>
        <a:lstStyle/>
        <a:p>
          <a:r>
            <a:rPr lang="en-US"/>
            <a:t>• NiceGUI (web interface)</a:t>
          </a:r>
        </a:p>
      </dgm:t>
    </dgm:pt>
    <dgm:pt modelId="{0B6DC932-92FA-4BBE-8F18-A16F646AEB8F}" type="parTrans" cxnId="{E38FB2C4-67D4-4B6B-87B0-046A320F4354}">
      <dgm:prSet/>
      <dgm:spPr/>
      <dgm:t>
        <a:bodyPr/>
        <a:lstStyle/>
        <a:p>
          <a:endParaRPr lang="en-US"/>
        </a:p>
      </dgm:t>
    </dgm:pt>
    <dgm:pt modelId="{74634D59-06C0-4978-A3A5-8D27CF6C9552}" type="sibTrans" cxnId="{E38FB2C4-67D4-4B6B-87B0-046A320F4354}">
      <dgm:prSet/>
      <dgm:spPr/>
      <dgm:t>
        <a:bodyPr/>
        <a:lstStyle/>
        <a:p>
          <a:endParaRPr lang="en-US"/>
        </a:p>
      </dgm:t>
    </dgm:pt>
    <dgm:pt modelId="{680864D5-FF90-4915-BDEF-B8078326B17C}">
      <dgm:prSet/>
      <dgm:spPr/>
      <dgm:t>
        <a:bodyPr/>
        <a:lstStyle/>
        <a:p>
          <a:r>
            <a:rPr lang="en-US"/>
            <a:t>• Anthropic API</a:t>
          </a:r>
        </a:p>
      </dgm:t>
    </dgm:pt>
    <dgm:pt modelId="{C0460D1B-A9E3-4779-AC7F-A98B9E0C177A}" type="parTrans" cxnId="{82157E3A-C789-44EE-A43B-F724A1A2B2D6}">
      <dgm:prSet/>
      <dgm:spPr/>
      <dgm:t>
        <a:bodyPr/>
        <a:lstStyle/>
        <a:p>
          <a:endParaRPr lang="en-US"/>
        </a:p>
      </dgm:t>
    </dgm:pt>
    <dgm:pt modelId="{5EE4913E-0F77-42B8-9392-E0CAD3CCE926}" type="sibTrans" cxnId="{82157E3A-C789-44EE-A43B-F724A1A2B2D6}">
      <dgm:prSet/>
      <dgm:spPr/>
      <dgm:t>
        <a:bodyPr/>
        <a:lstStyle/>
        <a:p>
          <a:endParaRPr lang="en-US"/>
        </a:p>
      </dgm:t>
    </dgm:pt>
    <dgm:pt modelId="{C9190631-4AAB-4659-91DB-4F4F279202FD}">
      <dgm:prSet/>
      <dgm:spPr/>
      <dgm:t>
        <a:bodyPr/>
        <a:lstStyle/>
        <a:p>
          <a:r>
            <a:rPr lang="en-US"/>
            <a:t>• Claude LLM</a:t>
          </a:r>
        </a:p>
      </dgm:t>
    </dgm:pt>
    <dgm:pt modelId="{C7F3F998-08DE-4F35-A7CD-BDA982CA3694}" type="parTrans" cxnId="{D78E7563-6684-4463-A1FB-243C4C9E44EA}">
      <dgm:prSet/>
      <dgm:spPr/>
      <dgm:t>
        <a:bodyPr/>
        <a:lstStyle/>
        <a:p>
          <a:endParaRPr lang="en-US"/>
        </a:p>
      </dgm:t>
    </dgm:pt>
    <dgm:pt modelId="{476C0EA7-B20E-4237-8262-03ACC1EF72EE}" type="sibTrans" cxnId="{D78E7563-6684-4463-A1FB-243C4C9E44EA}">
      <dgm:prSet/>
      <dgm:spPr/>
      <dgm:t>
        <a:bodyPr/>
        <a:lstStyle/>
        <a:p>
          <a:endParaRPr lang="en-US"/>
        </a:p>
      </dgm:t>
    </dgm:pt>
    <dgm:pt modelId="{CA1872BB-5679-435B-9631-9A31C922AF2E}">
      <dgm:prSet/>
      <dgm:spPr/>
      <dgm:t>
        <a:bodyPr/>
        <a:lstStyle/>
        <a:p>
          <a:r>
            <a:rPr lang="en-US"/>
            <a:t>• Regex fallback parser</a:t>
          </a:r>
        </a:p>
      </dgm:t>
    </dgm:pt>
    <dgm:pt modelId="{AB95A11A-E0A9-4287-B27E-1B3B01DE7A77}" type="parTrans" cxnId="{365B5547-7DFC-418E-B2B4-C9E5F757C538}">
      <dgm:prSet/>
      <dgm:spPr/>
      <dgm:t>
        <a:bodyPr/>
        <a:lstStyle/>
        <a:p>
          <a:endParaRPr lang="en-US"/>
        </a:p>
      </dgm:t>
    </dgm:pt>
    <dgm:pt modelId="{53B70C0B-4233-493E-9AD2-A1562185B8DD}" type="sibTrans" cxnId="{365B5547-7DFC-418E-B2B4-C9E5F757C538}">
      <dgm:prSet/>
      <dgm:spPr/>
      <dgm:t>
        <a:bodyPr/>
        <a:lstStyle/>
        <a:p>
          <a:endParaRPr lang="en-US"/>
        </a:p>
      </dgm:t>
    </dgm:pt>
    <dgm:pt modelId="{F8EC43BC-C676-4B96-B85F-09B45EF1586B}">
      <dgm:prSet/>
      <dgm:spPr/>
      <dgm:t>
        <a:bodyPr/>
        <a:lstStyle/>
        <a:p>
          <a:r>
            <a:rPr lang="en-US"/>
            <a:t>• SVG diagram generation</a:t>
          </a:r>
        </a:p>
      </dgm:t>
    </dgm:pt>
    <dgm:pt modelId="{278E505E-F9AA-485F-8FCB-428EEC2205A1}" type="parTrans" cxnId="{A0A41FAA-7298-4C90-8EB0-EDFE916362E9}">
      <dgm:prSet/>
      <dgm:spPr/>
      <dgm:t>
        <a:bodyPr/>
        <a:lstStyle/>
        <a:p>
          <a:endParaRPr lang="en-US"/>
        </a:p>
      </dgm:t>
    </dgm:pt>
    <dgm:pt modelId="{CF872366-EBD3-4097-9A22-CF818F70F522}" type="sibTrans" cxnId="{A0A41FAA-7298-4C90-8EB0-EDFE916362E9}">
      <dgm:prSet/>
      <dgm:spPr/>
      <dgm:t>
        <a:bodyPr/>
        <a:lstStyle/>
        <a:p>
          <a:endParaRPr lang="en-US"/>
        </a:p>
      </dgm:t>
    </dgm:pt>
    <dgm:pt modelId="{5B56A6BC-8F74-5448-B42C-5C32E72B27B9}" type="pres">
      <dgm:prSet presAssocID="{35F9A73E-9548-4A5B-AAE5-9DDFBB1F746B}" presName="Name0" presStyleCnt="0">
        <dgm:presLayoutVars>
          <dgm:dir/>
          <dgm:resizeHandles val="exact"/>
        </dgm:presLayoutVars>
      </dgm:prSet>
      <dgm:spPr/>
    </dgm:pt>
    <dgm:pt modelId="{ED217561-C769-1247-BCEC-44BECE7782E8}" type="pres">
      <dgm:prSet presAssocID="{E9CB3B35-4F8E-41C2-9059-85BE3D489B79}" presName="node" presStyleLbl="node1" presStyleIdx="0" presStyleCnt="6">
        <dgm:presLayoutVars>
          <dgm:bulletEnabled val="1"/>
        </dgm:presLayoutVars>
      </dgm:prSet>
      <dgm:spPr/>
    </dgm:pt>
    <dgm:pt modelId="{3EC75E70-CC87-C94C-8F35-76F10E50CB31}" type="pres">
      <dgm:prSet presAssocID="{7C079932-D7BB-4EDA-BFDA-7D7335259927}" presName="sibTrans" presStyleLbl="sibTrans1D1" presStyleIdx="0" presStyleCnt="5"/>
      <dgm:spPr/>
    </dgm:pt>
    <dgm:pt modelId="{5573F5A5-2DE1-264E-8253-539FB8E10399}" type="pres">
      <dgm:prSet presAssocID="{7C079932-D7BB-4EDA-BFDA-7D7335259927}" presName="connectorText" presStyleLbl="sibTrans1D1" presStyleIdx="0" presStyleCnt="5"/>
      <dgm:spPr/>
    </dgm:pt>
    <dgm:pt modelId="{CCD20A55-FA9D-0F4C-A13C-7190BE6F47EA}" type="pres">
      <dgm:prSet presAssocID="{F60D12D7-7ED5-4CD3-B90B-F68C67CE02B6}" presName="node" presStyleLbl="node1" presStyleIdx="1" presStyleCnt="6">
        <dgm:presLayoutVars>
          <dgm:bulletEnabled val="1"/>
        </dgm:presLayoutVars>
      </dgm:prSet>
      <dgm:spPr/>
    </dgm:pt>
    <dgm:pt modelId="{F9D3E706-D219-E648-BA5B-E1635A43DBD1}" type="pres">
      <dgm:prSet presAssocID="{74634D59-06C0-4978-A3A5-8D27CF6C9552}" presName="sibTrans" presStyleLbl="sibTrans1D1" presStyleIdx="1" presStyleCnt="5"/>
      <dgm:spPr/>
    </dgm:pt>
    <dgm:pt modelId="{C18EF554-8AE0-8E4F-986E-05C7382DA1C7}" type="pres">
      <dgm:prSet presAssocID="{74634D59-06C0-4978-A3A5-8D27CF6C9552}" presName="connectorText" presStyleLbl="sibTrans1D1" presStyleIdx="1" presStyleCnt="5"/>
      <dgm:spPr/>
    </dgm:pt>
    <dgm:pt modelId="{B15B132D-C7D0-8649-A1B6-50A5FC339200}" type="pres">
      <dgm:prSet presAssocID="{680864D5-FF90-4915-BDEF-B8078326B17C}" presName="node" presStyleLbl="node1" presStyleIdx="2" presStyleCnt="6">
        <dgm:presLayoutVars>
          <dgm:bulletEnabled val="1"/>
        </dgm:presLayoutVars>
      </dgm:prSet>
      <dgm:spPr/>
    </dgm:pt>
    <dgm:pt modelId="{6EEFCECE-1E70-1347-935A-028EB0E11926}" type="pres">
      <dgm:prSet presAssocID="{5EE4913E-0F77-42B8-9392-E0CAD3CCE926}" presName="sibTrans" presStyleLbl="sibTrans1D1" presStyleIdx="2" presStyleCnt="5"/>
      <dgm:spPr/>
    </dgm:pt>
    <dgm:pt modelId="{0FD70995-4915-5B49-A722-0622BCDDE8D1}" type="pres">
      <dgm:prSet presAssocID="{5EE4913E-0F77-42B8-9392-E0CAD3CCE926}" presName="connectorText" presStyleLbl="sibTrans1D1" presStyleIdx="2" presStyleCnt="5"/>
      <dgm:spPr/>
    </dgm:pt>
    <dgm:pt modelId="{FA20F953-2350-CD40-9268-E13E65488677}" type="pres">
      <dgm:prSet presAssocID="{C9190631-4AAB-4659-91DB-4F4F279202FD}" presName="node" presStyleLbl="node1" presStyleIdx="3" presStyleCnt="6">
        <dgm:presLayoutVars>
          <dgm:bulletEnabled val="1"/>
        </dgm:presLayoutVars>
      </dgm:prSet>
      <dgm:spPr/>
    </dgm:pt>
    <dgm:pt modelId="{F2A09714-42D2-BB4F-86D8-4F676D04A525}" type="pres">
      <dgm:prSet presAssocID="{476C0EA7-B20E-4237-8262-03ACC1EF72EE}" presName="sibTrans" presStyleLbl="sibTrans1D1" presStyleIdx="3" presStyleCnt="5"/>
      <dgm:spPr/>
    </dgm:pt>
    <dgm:pt modelId="{3ACF90A8-A06F-5846-BE02-F41F374B56A0}" type="pres">
      <dgm:prSet presAssocID="{476C0EA7-B20E-4237-8262-03ACC1EF72EE}" presName="connectorText" presStyleLbl="sibTrans1D1" presStyleIdx="3" presStyleCnt="5"/>
      <dgm:spPr/>
    </dgm:pt>
    <dgm:pt modelId="{F4992234-F58D-FC4E-BBA8-9E4F30C55B21}" type="pres">
      <dgm:prSet presAssocID="{CA1872BB-5679-435B-9631-9A31C922AF2E}" presName="node" presStyleLbl="node1" presStyleIdx="4" presStyleCnt="6">
        <dgm:presLayoutVars>
          <dgm:bulletEnabled val="1"/>
        </dgm:presLayoutVars>
      </dgm:prSet>
      <dgm:spPr/>
    </dgm:pt>
    <dgm:pt modelId="{49B0E2DE-477C-E442-BB0D-61F5793F44AC}" type="pres">
      <dgm:prSet presAssocID="{53B70C0B-4233-493E-9AD2-A1562185B8DD}" presName="sibTrans" presStyleLbl="sibTrans1D1" presStyleIdx="4" presStyleCnt="5"/>
      <dgm:spPr/>
    </dgm:pt>
    <dgm:pt modelId="{38BDBB3C-770B-594C-AB66-5A0119839BE8}" type="pres">
      <dgm:prSet presAssocID="{53B70C0B-4233-493E-9AD2-A1562185B8DD}" presName="connectorText" presStyleLbl="sibTrans1D1" presStyleIdx="4" presStyleCnt="5"/>
      <dgm:spPr/>
    </dgm:pt>
    <dgm:pt modelId="{F0C921C5-DA82-0B49-ADEA-C61440FC5B1B}" type="pres">
      <dgm:prSet presAssocID="{F8EC43BC-C676-4B96-B85F-09B45EF1586B}" presName="node" presStyleLbl="node1" presStyleIdx="5" presStyleCnt="6">
        <dgm:presLayoutVars>
          <dgm:bulletEnabled val="1"/>
        </dgm:presLayoutVars>
      </dgm:prSet>
      <dgm:spPr/>
    </dgm:pt>
  </dgm:ptLst>
  <dgm:cxnLst>
    <dgm:cxn modelId="{2B05F607-E142-4348-B220-F85BBB6624A1}" type="presOf" srcId="{53B70C0B-4233-493E-9AD2-A1562185B8DD}" destId="{38BDBB3C-770B-594C-AB66-5A0119839BE8}" srcOrd="1" destOrd="0" presId="urn:microsoft.com/office/officeart/2016/7/layout/RepeatingBendingProcessNew"/>
    <dgm:cxn modelId="{8AE99109-AA48-D349-B6C3-ABE6DEDFE263}" type="presOf" srcId="{CA1872BB-5679-435B-9631-9A31C922AF2E}" destId="{F4992234-F58D-FC4E-BBA8-9E4F30C55B21}" srcOrd="0" destOrd="0" presId="urn:microsoft.com/office/officeart/2016/7/layout/RepeatingBendingProcessNew"/>
    <dgm:cxn modelId="{E0CEFD20-9C5E-2B46-9334-01EE09D4FCDB}" type="presOf" srcId="{7C079932-D7BB-4EDA-BFDA-7D7335259927}" destId="{5573F5A5-2DE1-264E-8253-539FB8E10399}" srcOrd="1" destOrd="0" presId="urn:microsoft.com/office/officeart/2016/7/layout/RepeatingBendingProcessNew"/>
    <dgm:cxn modelId="{C7261336-E0B2-A145-9F56-7FB7878869F2}" type="presOf" srcId="{74634D59-06C0-4978-A3A5-8D27CF6C9552}" destId="{F9D3E706-D219-E648-BA5B-E1635A43DBD1}" srcOrd="0" destOrd="0" presId="urn:microsoft.com/office/officeart/2016/7/layout/RepeatingBendingProcessNew"/>
    <dgm:cxn modelId="{3F224137-E763-7844-A297-9D11EAD51217}" type="presOf" srcId="{680864D5-FF90-4915-BDEF-B8078326B17C}" destId="{B15B132D-C7D0-8649-A1B6-50A5FC339200}" srcOrd="0" destOrd="0" presId="urn:microsoft.com/office/officeart/2016/7/layout/RepeatingBendingProcessNew"/>
    <dgm:cxn modelId="{82157E3A-C789-44EE-A43B-F724A1A2B2D6}" srcId="{35F9A73E-9548-4A5B-AAE5-9DDFBB1F746B}" destId="{680864D5-FF90-4915-BDEF-B8078326B17C}" srcOrd="2" destOrd="0" parTransId="{C0460D1B-A9E3-4779-AC7F-A98B9E0C177A}" sibTransId="{5EE4913E-0F77-42B8-9392-E0CAD3CCE926}"/>
    <dgm:cxn modelId="{365B5547-7DFC-418E-B2B4-C9E5F757C538}" srcId="{35F9A73E-9548-4A5B-AAE5-9DDFBB1F746B}" destId="{CA1872BB-5679-435B-9631-9A31C922AF2E}" srcOrd="4" destOrd="0" parTransId="{AB95A11A-E0A9-4287-B27E-1B3B01DE7A77}" sibTransId="{53B70C0B-4233-493E-9AD2-A1562185B8DD}"/>
    <dgm:cxn modelId="{D78E7563-6684-4463-A1FB-243C4C9E44EA}" srcId="{35F9A73E-9548-4A5B-AAE5-9DDFBB1F746B}" destId="{C9190631-4AAB-4659-91DB-4F4F279202FD}" srcOrd="3" destOrd="0" parTransId="{C7F3F998-08DE-4F35-A7CD-BDA982CA3694}" sibTransId="{476C0EA7-B20E-4237-8262-03ACC1EF72EE}"/>
    <dgm:cxn modelId="{D58BBB74-FE0B-C445-96C8-A30184FA9562}" type="presOf" srcId="{5EE4913E-0F77-42B8-9392-E0CAD3CCE926}" destId="{0FD70995-4915-5B49-A722-0622BCDDE8D1}" srcOrd="1" destOrd="0" presId="urn:microsoft.com/office/officeart/2016/7/layout/RepeatingBendingProcessNew"/>
    <dgm:cxn modelId="{7D094C79-74BA-6C49-B089-4B8BB5CE4D05}" type="presOf" srcId="{7C079932-D7BB-4EDA-BFDA-7D7335259927}" destId="{3EC75E70-CC87-C94C-8F35-76F10E50CB31}" srcOrd="0" destOrd="0" presId="urn:microsoft.com/office/officeart/2016/7/layout/RepeatingBendingProcessNew"/>
    <dgm:cxn modelId="{178D5879-FF1B-374C-BC40-568A9DFD5A81}" type="presOf" srcId="{F60D12D7-7ED5-4CD3-B90B-F68C67CE02B6}" destId="{CCD20A55-FA9D-0F4C-A13C-7190BE6F47EA}" srcOrd="0" destOrd="0" presId="urn:microsoft.com/office/officeart/2016/7/layout/RepeatingBendingProcessNew"/>
    <dgm:cxn modelId="{831AC982-10D3-6B48-AA9E-7D8517C35122}" type="presOf" srcId="{476C0EA7-B20E-4237-8262-03ACC1EF72EE}" destId="{3ACF90A8-A06F-5846-BE02-F41F374B56A0}" srcOrd="1" destOrd="0" presId="urn:microsoft.com/office/officeart/2016/7/layout/RepeatingBendingProcessNew"/>
    <dgm:cxn modelId="{31F24E85-835D-C044-B297-2B3571E75546}" type="presOf" srcId="{E9CB3B35-4F8E-41C2-9059-85BE3D489B79}" destId="{ED217561-C769-1247-BCEC-44BECE7782E8}" srcOrd="0" destOrd="0" presId="urn:microsoft.com/office/officeart/2016/7/layout/RepeatingBendingProcessNew"/>
    <dgm:cxn modelId="{A0A41FAA-7298-4C90-8EB0-EDFE916362E9}" srcId="{35F9A73E-9548-4A5B-AAE5-9DDFBB1F746B}" destId="{F8EC43BC-C676-4B96-B85F-09B45EF1586B}" srcOrd="5" destOrd="0" parTransId="{278E505E-F9AA-485F-8FCB-428EEC2205A1}" sibTransId="{CF872366-EBD3-4097-9A22-CF818F70F522}"/>
    <dgm:cxn modelId="{81536CB0-BEC2-F240-9D9C-1910765F9A44}" type="presOf" srcId="{476C0EA7-B20E-4237-8262-03ACC1EF72EE}" destId="{F2A09714-42D2-BB4F-86D8-4F676D04A525}" srcOrd="0" destOrd="0" presId="urn:microsoft.com/office/officeart/2016/7/layout/RepeatingBendingProcessNew"/>
    <dgm:cxn modelId="{0401C7B5-1AF5-944C-8CA8-95D9FDB698E3}" type="presOf" srcId="{53B70C0B-4233-493E-9AD2-A1562185B8DD}" destId="{49B0E2DE-477C-E442-BB0D-61F5793F44AC}" srcOrd="0" destOrd="0" presId="urn:microsoft.com/office/officeart/2016/7/layout/RepeatingBendingProcessNew"/>
    <dgm:cxn modelId="{333F70B9-A80D-8240-8209-C9BD2BFCC0FB}" type="presOf" srcId="{C9190631-4AAB-4659-91DB-4F4F279202FD}" destId="{FA20F953-2350-CD40-9268-E13E65488677}" srcOrd="0" destOrd="0" presId="urn:microsoft.com/office/officeart/2016/7/layout/RepeatingBendingProcessNew"/>
    <dgm:cxn modelId="{E38FB2C4-67D4-4B6B-87B0-046A320F4354}" srcId="{35F9A73E-9548-4A5B-AAE5-9DDFBB1F746B}" destId="{F60D12D7-7ED5-4CD3-B90B-F68C67CE02B6}" srcOrd="1" destOrd="0" parTransId="{0B6DC932-92FA-4BBE-8F18-A16F646AEB8F}" sibTransId="{74634D59-06C0-4978-A3A5-8D27CF6C9552}"/>
    <dgm:cxn modelId="{29C89FC5-5265-7142-9B7E-2BFBD86CC168}" type="presOf" srcId="{74634D59-06C0-4978-A3A5-8D27CF6C9552}" destId="{C18EF554-8AE0-8E4F-986E-05C7382DA1C7}" srcOrd="1" destOrd="0" presId="urn:microsoft.com/office/officeart/2016/7/layout/RepeatingBendingProcessNew"/>
    <dgm:cxn modelId="{639B10C7-4C7A-4B4F-A185-9B04CA7BB65E}" type="presOf" srcId="{F8EC43BC-C676-4B96-B85F-09B45EF1586B}" destId="{F0C921C5-DA82-0B49-ADEA-C61440FC5B1B}" srcOrd="0" destOrd="0" presId="urn:microsoft.com/office/officeart/2016/7/layout/RepeatingBendingProcessNew"/>
    <dgm:cxn modelId="{5632DDD2-F4FF-7642-BBDD-23CB94D6D60E}" type="presOf" srcId="{35F9A73E-9548-4A5B-AAE5-9DDFBB1F746B}" destId="{5B56A6BC-8F74-5448-B42C-5C32E72B27B9}" srcOrd="0" destOrd="0" presId="urn:microsoft.com/office/officeart/2016/7/layout/RepeatingBendingProcessNew"/>
    <dgm:cxn modelId="{C5641DF2-446F-4634-B1BA-101AD7BDADED}" srcId="{35F9A73E-9548-4A5B-AAE5-9DDFBB1F746B}" destId="{E9CB3B35-4F8E-41C2-9059-85BE3D489B79}" srcOrd="0" destOrd="0" parTransId="{B75D3CA5-901E-48DA-923F-AD97171211D5}" sibTransId="{7C079932-D7BB-4EDA-BFDA-7D7335259927}"/>
    <dgm:cxn modelId="{B65AF0F9-0905-E741-94E4-39080DD1EDB5}" type="presOf" srcId="{5EE4913E-0F77-42B8-9392-E0CAD3CCE926}" destId="{6EEFCECE-1E70-1347-935A-028EB0E11926}" srcOrd="0" destOrd="0" presId="urn:microsoft.com/office/officeart/2016/7/layout/RepeatingBendingProcessNew"/>
    <dgm:cxn modelId="{2739171C-5808-594D-AE83-08EFF8D59429}" type="presParOf" srcId="{5B56A6BC-8F74-5448-B42C-5C32E72B27B9}" destId="{ED217561-C769-1247-BCEC-44BECE7782E8}" srcOrd="0" destOrd="0" presId="urn:microsoft.com/office/officeart/2016/7/layout/RepeatingBendingProcessNew"/>
    <dgm:cxn modelId="{02D348CF-23B1-ED49-A1B5-CE30CE4CC716}" type="presParOf" srcId="{5B56A6BC-8F74-5448-B42C-5C32E72B27B9}" destId="{3EC75E70-CC87-C94C-8F35-76F10E50CB31}" srcOrd="1" destOrd="0" presId="urn:microsoft.com/office/officeart/2016/7/layout/RepeatingBendingProcessNew"/>
    <dgm:cxn modelId="{8907A5C4-CD1B-B94A-8C00-9B174D7E67EF}" type="presParOf" srcId="{3EC75E70-CC87-C94C-8F35-76F10E50CB31}" destId="{5573F5A5-2DE1-264E-8253-539FB8E10399}" srcOrd="0" destOrd="0" presId="urn:microsoft.com/office/officeart/2016/7/layout/RepeatingBendingProcessNew"/>
    <dgm:cxn modelId="{4242BD1A-35A0-9D4F-ADE2-6AA09AF0D873}" type="presParOf" srcId="{5B56A6BC-8F74-5448-B42C-5C32E72B27B9}" destId="{CCD20A55-FA9D-0F4C-A13C-7190BE6F47EA}" srcOrd="2" destOrd="0" presId="urn:microsoft.com/office/officeart/2016/7/layout/RepeatingBendingProcessNew"/>
    <dgm:cxn modelId="{502D183A-4B3B-E044-9E9B-B8F3F9A9886E}" type="presParOf" srcId="{5B56A6BC-8F74-5448-B42C-5C32E72B27B9}" destId="{F9D3E706-D219-E648-BA5B-E1635A43DBD1}" srcOrd="3" destOrd="0" presId="urn:microsoft.com/office/officeart/2016/7/layout/RepeatingBendingProcessNew"/>
    <dgm:cxn modelId="{9DE863BC-BC45-AC49-8CEB-2770A486AA01}" type="presParOf" srcId="{F9D3E706-D219-E648-BA5B-E1635A43DBD1}" destId="{C18EF554-8AE0-8E4F-986E-05C7382DA1C7}" srcOrd="0" destOrd="0" presId="urn:microsoft.com/office/officeart/2016/7/layout/RepeatingBendingProcessNew"/>
    <dgm:cxn modelId="{FF303705-DD0D-1F4B-AEFB-FEF7BB2FAAD0}" type="presParOf" srcId="{5B56A6BC-8F74-5448-B42C-5C32E72B27B9}" destId="{B15B132D-C7D0-8649-A1B6-50A5FC339200}" srcOrd="4" destOrd="0" presId="urn:microsoft.com/office/officeart/2016/7/layout/RepeatingBendingProcessNew"/>
    <dgm:cxn modelId="{94D5652B-52E5-8841-A8C3-F27606AC3B47}" type="presParOf" srcId="{5B56A6BC-8F74-5448-B42C-5C32E72B27B9}" destId="{6EEFCECE-1E70-1347-935A-028EB0E11926}" srcOrd="5" destOrd="0" presId="urn:microsoft.com/office/officeart/2016/7/layout/RepeatingBendingProcessNew"/>
    <dgm:cxn modelId="{A135CA1B-AD39-9449-8090-7E33E42094D5}" type="presParOf" srcId="{6EEFCECE-1E70-1347-935A-028EB0E11926}" destId="{0FD70995-4915-5B49-A722-0622BCDDE8D1}" srcOrd="0" destOrd="0" presId="urn:microsoft.com/office/officeart/2016/7/layout/RepeatingBendingProcessNew"/>
    <dgm:cxn modelId="{D0BDAE87-EA6D-644C-8C09-364D8A340D1B}" type="presParOf" srcId="{5B56A6BC-8F74-5448-B42C-5C32E72B27B9}" destId="{FA20F953-2350-CD40-9268-E13E65488677}" srcOrd="6" destOrd="0" presId="urn:microsoft.com/office/officeart/2016/7/layout/RepeatingBendingProcessNew"/>
    <dgm:cxn modelId="{64D8A3D7-C568-224F-AE28-16595246582F}" type="presParOf" srcId="{5B56A6BC-8F74-5448-B42C-5C32E72B27B9}" destId="{F2A09714-42D2-BB4F-86D8-4F676D04A525}" srcOrd="7" destOrd="0" presId="urn:microsoft.com/office/officeart/2016/7/layout/RepeatingBendingProcessNew"/>
    <dgm:cxn modelId="{B3C6AAC6-4856-D846-9C58-95E9C345436C}" type="presParOf" srcId="{F2A09714-42D2-BB4F-86D8-4F676D04A525}" destId="{3ACF90A8-A06F-5846-BE02-F41F374B56A0}" srcOrd="0" destOrd="0" presId="urn:microsoft.com/office/officeart/2016/7/layout/RepeatingBendingProcessNew"/>
    <dgm:cxn modelId="{C9BE18BC-5871-C849-ACFB-CC9D32810337}" type="presParOf" srcId="{5B56A6BC-8F74-5448-B42C-5C32E72B27B9}" destId="{F4992234-F58D-FC4E-BBA8-9E4F30C55B21}" srcOrd="8" destOrd="0" presId="urn:microsoft.com/office/officeart/2016/7/layout/RepeatingBendingProcessNew"/>
    <dgm:cxn modelId="{F9B871BA-0737-5845-9719-438E9FBB8C85}" type="presParOf" srcId="{5B56A6BC-8F74-5448-B42C-5C32E72B27B9}" destId="{49B0E2DE-477C-E442-BB0D-61F5793F44AC}" srcOrd="9" destOrd="0" presId="urn:microsoft.com/office/officeart/2016/7/layout/RepeatingBendingProcessNew"/>
    <dgm:cxn modelId="{AE65CDF4-421C-4C40-91D3-1FC95EC88500}" type="presParOf" srcId="{49B0E2DE-477C-E442-BB0D-61F5793F44AC}" destId="{38BDBB3C-770B-594C-AB66-5A0119839BE8}" srcOrd="0" destOrd="0" presId="urn:microsoft.com/office/officeart/2016/7/layout/RepeatingBendingProcessNew"/>
    <dgm:cxn modelId="{9011F171-F2D0-8242-A972-157460C83FC5}" type="presParOf" srcId="{5B56A6BC-8F74-5448-B42C-5C32E72B27B9}" destId="{F0C921C5-DA82-0B49-ADEA-C61440FC5B1B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DC0B007-8223-4241-9651-47A3CC84015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D0EB7A42-0EDC-41C4-BF8B-2CE0181C8BB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Natural language → BPMN diagram</a:t>
          </a:r>
        </a:p>
      </dgm:t>
    </dgm:pt>
    <dgm:pt modelId="{031EA035-22EE-41A9-9CCC-CA763CC16391}" type="parTrans" cxnId="{3452F6FD-811D-421B-BA17-18279680A559}">
      <dgm:prSet/>
      <dgm:spPr/>
      <dgm:t>
        <a:bodyPr/>
        <a:lstStyle/>
        <a:p>
          <a:endParaRPr lang="en-US"/>
        </a:p>
      </dgm:t>
    </dgm:pt>
    <dgm:pt modelId="{3646DF99-4770-4DB9-A53C-168F64C8FE31}" type="sibTrans" cxnId="{3452F6FD-811D-421B-BA17-18279680A559}">
      <dgm:prSet/>
      <dgm:spPr/>
      <dgm:t>
        <a:bodyPr/>
        <a:lstStyle/>
        <a:p>
          <a:endParaRPr lang="en-US"/>
        </a:p>
      </dgm:t>
    </dgm:pt>
    <dgm:pt modelId="{360BEA24-6FC2-46F0-AA8D-1ACA373F634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Hybrid parsing (AI + rule‑based)</a:t>
          </a:r>
        </a:p>
      </dgm:t>
    </dgm:pt>
    <dgm:pt modelId="{53CC9210-DA85-445C-A694-E9E5DAD8FB84}" type="parTrans" cxnId="{F94B0A50-F56F-4097-BBD7-D7A0FD8E1F82}">
      <dgm:prSet/>
      <dgm:spPr/>
      <dgm:t>
        <a:bodyPr/>
        <a:lstStyle/>
        <a:p>
          <a:endParaRPr lang="en-US"/>
        </a:p>
      </dgm:t>
    </dgm:pt>
    <dgm:pt modelId="{EA5F19CB-28B5-4B72-8D51-2C510D2130B8}" type="sibTrans" cxnId="{F94B0A50-F56F-4097-BBD7-D7A0FD8E1F82}">
      <dgm:prSet/>
      <dgm:spPr/>
      <dgm:t>
        <a:bodyPr/>
        <a:lstStyle/>
        <a:p>
          <a:endParaRPr lang="en-US"/>
        </a:p>
      </dgm:t>
    </dgm:pt>
    <dgm:pt modelId="{C7C008A6-CDD5-4072-BD29-65A0EA552C4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Runs locally in a browser</a:t>
          </a:r>
        </a:p>
      </dgm:t>
    </dgm:pt>
    <dgm:pt modelId="{62F3683A-0BDE-472F-98C1-91FD2C276D90}" type="parTrans" cxnId="{F9A9ED52-9A0D-45D8-A1C0-8B05B0514CE8}">
      <dgm:prSet/>
      <dgm:spPr/>
      <dgm:t>
        <a:bodyPr/>
        <a:lstStyle/>
        <a:p>
          <a:endParaRPr lang="en-US"/>
        </a:p>
      </dgm:t>
    </dgm:pt>
    <dgm:pt modelId="{FFA81B9B-A479-46C0-B2D3-335F9C35C1B1}" type="sibTrans" cxnId="{F9A9ED52-9A0D-45D8-A1C0-8B05B0514CE8}">
      <dgm:prSet/>
      <dgm:spPr/>
      <dgm:t>
        <a:bodyPr/>
        <a:lstStyle/>
        <a:p>
          <a:endParaRPr lang="en-US"/>
        </a:p>
      </dgm:t>
    </dgm:pt>
    <dgm:pt modelId="{0B26A2B2-B7D6-4038-BD70-27E77140192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Interactive interface</a:t>
          </a:r>
        </a:p>
      </dgm:t>
    </dgm:pt>
    <dgm:pt modelId="{D423DFE4-9E81-4006-BDF2-FCF2D68E9AF7}" type="parTrans" cxnId="{270ED137-D2D4-4314-8F3A-84DEBEB54D38}">
      <dgm:prSet/>
      <dgm:spPr/>
      <dgm:t>
        <a:bodyPr/>
        <a:lstStyle/>
        <a:p>
          <a:endParaRPr lang="en-US"/>
        </a:p>
      </dgm:t>
    </dgm:pt>
    <dgm:pt modelId="{02A49047-6A0B-4DF2-B2F2-4D029BD082E0}" type="sibTrans" cxnId="{270ED137-D2D4-4314-8F3A-84DEBEB54D38}">
      <dgm:prSet/>
      <dgm:spPr/>
      <dgm:t>
        <a:bodyPr/>
        <a:lstStyle/>
        <a:p>
          <a:endParaRPr lang="en-US"/>
        </a:p>
      </dgm:t>
    </dgm:pt>
    <dgm:pt modelId="{A8EFAA7C-69FE-4BA6-A952-E25393493BD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Confidence indicator for AI parsing</a:t>
          </a:r>
        </a:p>
      </dgm:t>
    </dgm:pt>
    <dgm:pt modelId="{EA47CB27-FBFB-445F-8ACC-D87F98191673}" type="parTrans" cxnId="{E0900DF5-66DC-476A-86E9-2E62E024ED18}">
      <dgm:prSet/>
      <dgm:spPr/>
      <dgm:t>
        <a:bodyPr/>
        <a:lstStyle/>
        <a:p>
          <a:endParaRPr lang="en-US"/>
        </a:p>
      </dgm:t>
    </dgm:pt>
    <dgm:pt modelId="{5B780C67-9DDB-4A79-A3A5-8241249A8EEE}" type="sibTrans" cxnId="{E0900DF5-66DC-476A-86E9-2E62E024ED18}">
      <dgm:prSet/>
      <dgm:spPr/>
      <dgm:t>
        <a:bodyPr/>
        <a:lstStyle/>
        <a:p>
          <a:endParaRPr lang="en-US"/>
        </a:p>
      </dgm:t>
    </dgm:pt>
    <dgm:pt modelId="{6DBAB894-C41B-4B16-81B0-0783FF18C02B}" type="pres">
      <dgm:prSet presAssocID="{CDC0B007-8223-4241-9651-47A3CC840150}" presName="root" presStyleCnt="0">
        <dgm:presLayoutVars>
          <dgm:dir/>
          <dgm:resizeHandles val="exact"/>
        </dgm:presLayoutVars>
      </dgm:prSet>
      <dgm:spPr/>
    </dgm:pt>
    <dgm:pt modelId="{A9AC1AE7-FD60-4B76-BE9C-86F953A54536}" type="pres">
      <dgm:prSet presAssocID="{D0EB7A42-0EDC-41C4-BF8B-2CE0181C8BBC}" presName="compNode" presStyleCnt="0"/>
      <dgm:spPr/>
    </dgm:pt>
    <dgm:pt modelId="{45EDD0BB-F06F-49D5-A6AD-7197CDDC7265}" type="pres">
      <dgm:prSet presAssocID="{D0EB7A42-0EDC-41C4-BF8B-2CE0181C8BBC}" presName="iconBgRect" presStyleLbl="bgShp" presStyleIdx="0" presStyleCnt="5"/>
      <dgm:spPr/>
    </dgm:pt>
    <dgm:pt modelId="{642559CD-7FE3-4175-A82D-C594185EABBE}" type="pres">
      <dgm:prSet presAssocID="{D0EB7A42-0EDC-41C4-BF8B-2CE0181C8BBC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0889C678-8BCF-41B0-9B8E-BC5977386E58}" type="pres">
      <dgm:prSet presAssocID="{D0EB7A42-0EDC-41C4-BF8B-2CE0181C8BBC}" presName="spaceRect" presStyleCnt="0"/>
      <dgm:spPr/>
    </dgm:pt>
    <dgm:pt modelId="{E9253115-722D-4C69-B793-1D8BCBAB82BF}" type="pres">
      <dgm:prSet presAssocID="{D0EB7A42-0EDC-41C4-BF8B-2CE0181C8BBC}" presName="textRect" presStyleLbl="revTx" presStyleIdx="0" presStyleCnt="5">
        <dgm:presLayoutVars>
          <dgm:chMax val="1"/>
          <dgm:chPref val="1"/>
        </dgm:presLayoutVars>
      </dgm:prSet>
      <dgm:spPr/>
    </dgm:pt>
    <dgm:pt modelId="{F880B42D-5C9E-4F75-9103-4895F8CB80F7}" type="pres">
      <dgm:prSet presAssocID="{3646DF99-4770-4DB9-A53C-168F64C8FE31}" presName="sibTrans" presStyleCnt="0"/>
      <dgm:spPr/>
    </dgm:pt>
    <dgm:pt modelId="{04E4EE39-3175-416F-8E5B-48E89A5F4512}" type="pres">
      <dgm:prSet presAssocID="{360BEA24-6FC2-46F0-AA8D-1ACA373F6345}" presName="compNode" presStyleCnt="0"/>
      <dgm:spPr/>
    </dgm:pt>
    <dgm:pt modelId="{E01C46A6-08B8-4D18-96B4-EB397B53410F}" type="pres">
      <dgm:prSet presAssocID="{360BEA24-6FC2-46F0-AA8D-1ACA373F6345}" presName="iconBgRect" presStyleLbl="bgShp" presStyleIdx="1" presStyleCnt="5"/>
      <dgm:spPr/>
    </dgm:pt>
    <dgm:pt modelId="{0B2579BC-37CE-4751-BFF6-7F16F450DFD2}" type="pres">
      <dgm:prSet presAssocID="{360BEA24-6FC2-46F0-AA8D-1ACA373F6345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BBEE87A5-525A-40D9-9E11-16AEA0C90B23}" type="pres">
      <dgm:prSet presAssocID="{360BEA24-6FC2-46F0-AA8D-1ACA373F6345}" presName="spaceRect" presStyleCnt="0"/>
      <dgm:spPr/>
    </dgm:pt>
    <dgm:pt modelId="{C87413C4-2986-4601-8761-E48D82BE751C}" type="pres">
      <dgm:prSet presAssocID="{360BEA24-6FC2-46F0-AA8D-1ACA373F6345}" presName="textRect" presStyleLbl="revTx" presStyleIdx="1" presStyleCnt="5">
        <dgm:presLayoutVars>
          <dgm:chMax val="1"/>
          <dgm:chPref val="1"/>
        </dgm:presLayoutVars>
      </dgm:prSet>
      <dgm:spPr/>
    </dgm:pt>
    <dgm:pt modelId="{63B28B32-CFA3-4A2E-BA3E-44F6CA41E35E}" type="pres">
      <dgm:prSet presAssocID="{EA5F19CB-28B5-4B72-8D51-2C510D2130B8}" presName="sibTrans" presStyleCnt="0"/>
      <dgm:spPr/>
    </dgm:pt>
    <dgm:pt modelId="{E746453B-A77F-4FD1-8889-CA3EC80F94BB}" type="pres">
      <dgm:prSet presAssocID="{C7C008A6-CDD5-4072-BD29-65A0EA552C4F}" presName="compNode" presStyleCnt="0"/>
      <dgm:spPr/>
    </dgm:pt>
    <dgm:pt modelId="{A94EFDD1-A0BD-4BC1-8972-25203D4DB124}" type="pres">
      <dgm:prSet presAssocID="{C7C008A6-CDD5-4072-BD29-65A0EA552C4F}" presName="iconBgRect" presStyleLbl="bgShp" presStyleIdx="2" presStyleCnt="5"/>
      <dgm:spPr/>
    </dgm:pt>
    <dgm:pt modelId="{588A8634-45FB-4D1E-A2A7-510DDD83C18C}" type="pres">
      <dgm:prSet presAssocID="{C7C008A6-CDD5-4072-BD29-65A0EA552C4F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3E4C9089-C73E-4686-8A5A-4BAD12F10D83}" type="pres">
      <dgm:prSet presAssocID="{C7C008A6-CDD5-4072-BD29-65A0EA552C4F}" presName="spaceRect" presStyleCnt="0"/>
      <dgm:spPr/>
    </dgm:pt>
    <dgm:pt modelId="{62A355D0-524D-4619-9D28-161E0AFD26F3}" type="pres">
      <dgm:prSet presAssocID="{C7C008A6-CDD5-4072-BD29-65A0EA552C4F}" presName="textRect" presStyleLbl="revTx" presStyleIdx="2" presStyleCnt="5">
        <dgm:presLayoutVars>
          <dgm:chMax val="1"/>
          <dgm:chPref val="1"/>
        </dgm:presLayoutVars>
      </dgm:prSet>
      <dgm:spPr/>
    </dgm:pt>
    <dgm:pt modelId="{646AB3B3-FBD4-47F1-AD94-081A129628AB}" type="pres">
      <dgm:prSet presAssocID="{FFA81B9B-A479-46C0-B2D3-335F9C35C1B1}" presName="sibTrans" presStyleCnt="0"/>
      <dgm:spPr/>
    </dgm:pt>
    <dgm:pt modelId="{BE57FF02-D9EA-4580-BFD2-F797647E9092}" type="pres">
      <dgm:prSet presAssocID="{0B26A2B2-B7D6-4038-BD70-27E77140192F}" presName="compNode" presStyleCnt="0"/>
      <dgm:spPr/>
    </dgm:pt>
    <dgm:pt modelId="{5774EFCD-F377-489E-A3D7-2FEDAE3EE24E}" type="pres">
      <dgm:prSet presAssocID="{0B26A2B2-B7D6-4038-BD70-27E77140192F}" presName="iconBgRect" presStyleLbl="bgShp" presStyleIdx="3" presStyleCnt="5"/>
      <dgm:spPr/>
    </dgm:pt>
    <dgm:pt modelId="{58E88661-838B-4892-9D6E-8126FF1B45D8}" type="pres">
      <dgm:prSet presAssocID="{0B26A2B2-B7D6-4038-BD70-27E77140192F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2E307868-DCA0-4418-A314-3ABAD45B7B26}" type="pres">
      <dgm:prSet presAssocID="{0B26A2B2-B7D6-4038-BD70-27E77140192F}" presName="spaceRect" presStyleCnt="0"/>
      <dgm:spPr/>
    </dgm:pt>
    <dgm:pt modelId="{88A8AB78-E48E-4086-A7F8-2010C0A40151}" type="pres">
      <dgm:prSet presAssocID="{0B26A2B2-B7D6-4038-BD70-27E77140192F}" presName="textRect" presStyleLbl="revTx" presStyleIdx="3" presStyleCnt="5">
        <dgm:presLayoutVars>
          <dgm:chMax val="1"/>
          <dgm:chPref val="1"/>
        </dgm:presLayoutVars>
      </dgm:prSet>
      <dgm:spPr/>
    </dgm:pt>
    <dgm:pt modelId="{9CC7F545-5788-47D0-BDC3-49510888D52C}" type="pres">
      <dgm:prSet presAssocID="{02A49047-6A0B-4DF2-B2F2-4D029BD082E0}" presName="sibTrans" presStyleCnt="0"/>
      <dgm:spPr/>
    </dgm:pt>
    <dgm:pt modelId="{5E0A5A12-E278-495F-96E9-B682CC204F92}" type="pres">
      <dgm:prSet presAssocID="{A8EFAA7C-69FE-4BA6-A952-E25393493BD0}" presName="compNode" presStyleCnt="0"/>
      <dgm:spPr/>
    </dgm:pt>
    <dgm:pt modelId="{83FAA426-6886-4145-B37B-D17D1D1E2F65}" type="pres">
      <dgm:prSet presAssocID="{A8EFAA7C-69FE-4BA6-A952-E25393493BD0}" presName="iconBgRect" presStyleLbl="bgShp" presStyleIdx="4" presStyleCnt="5"/>
      <dgm:spPr/>
    </dgm:pt>
    <dgm:pt modelId="{FD01CD78-0A8F-4CEC-ADD3-012CDA57BCA3}" type="pres">
      <dgm:prSet presAssocID="{A8EFAA7C-69FE-4BA6-A952-E25393493BD0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7780D02-0F86-44D6-89BD-1CCE2D81464B}" type="pres">
      <dgm:prSet presAssocID="{A8EFAA7C-69FE-4BA6-A952-E25393493BD0}" presName="spaceRect" presStyleCnt="0"/>
      <dgm:spPr/>
    </dgm:pt>
    <dgm:pt modelId="{1F60B637-27BF-434E-8DDF-C4DE209EB2D9}" type="pres">
      <dgm:prSet presAssocID="{A8EFAA7C-69FE-4BA6-A952-E25393493BD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56A710F-D884-5748-9C8C-F79CD5AC43AD}" type="presOf" srcId="{D0EB7A42-0EDC-41C4-BF8B-2CE0181C8BBC}" destId="{E9253115-722D-4C69-B793-1D8BCBAB82BF}" srcOrd="0" destOrd="0" presId="urn:microsoft.com/office/officeart/2018/5/layout/IconCircleLabelList"/>
    <dgm:cxn modelId="{270ED137-D2D4-4314-8F3A-84DEBEB54D38}" srcId="{CDC0B007-8223-4241-9651-47A3CC840150}" destId="{0B26A2B2-B7D6-4038-BD70-27E77140192F}" srcOrd="3" destOrd="0" parTransId="{D423DFE4-9E81-4006-BDF2-FCF2D68E9AF7}" sibTransId="{02A49047-6A0B-4DF2-B2F2-4D029BD082E0}"/>
    <dgm:cxn modelId="{F94B0A50-F56F-4097-BBD7-D7A0FD8E1F82}" srcId="{CDC0B007-8223-4241-9651-47A3CC840150}" destId="{360BEA24-6FC2-46F0-AA8D-1ACA373F6345}" srcOrd="1" destOrd="0" parTransId="{53CC9210-DA85-445C-A694-E9E5DAD8FB84}" sibTransId="{EA5F19CB-28B5-4B72-8D51-2C510D2130B8}"/>
    <dgm:cxn modelId="{F9A9ED52-9A0D-45D8-A1C0-8B05B0514CE8}" srcId="{CDC0B007-8223-4241-9651-47A3CC840150}" destId="{C7C008A6-CDD5-4072-BD29-65A0EA552C4F}" srcOrd="2" destOrd="0" parTransId="{62F3683A-0BDE-472F-98C1-91FD2C276D90}" sibTransId="{FFA81B9B-A479-46C0-B2D3-335F9C35C1B1}"/>
    <dgm:cxn modelId="{A12D695E-6272-5B4D-B3CF-A46F9B0A1D57}" type="presOf" srcId="{C7C008A6-CDD5-4072-BD29-65A0EA552C4F}" destId="{62A355D0-524D-4619-9D28-161E0AFD26F3}" srcOrd="0" destOrd="0" presId="urn:microsoft.com/office/officeart/2018/5/layout/IconCircleLabelList"/>
    <dgm:cxn modelId="{E3420C8B-B7AB-F04D-8D77-02CECCA9CABC}" type="presOf" srcId="{360BEA24-6FC2-46F0-AA8D-1ACA373F6345}" destId="{C87413C4-2986-4601-8761-E48D82BE751C}" srcOrd="0" destOrd="0" presId="urn:microsoft.com/office/officeart/2018/5/layout/IconCircleLabelList"/>
    <dgm:cxn modelId="{C67E8FC6-315E-E14A-AB2D-F5497E882FC2}" type="presOf" srcId="{CDC0B007-8223-4241-9651-47A3CC840150}" destId="{6DBAB894-C41B-4B16-81B0-0783FF18C02B}" srcOrd="0" destOrd="0" presId="urn:microsoft.com/office/officeart/2018/5/layout/IconCircleLabelList"/>
    <dgm:cxn modelId="{4C9377E4-C206-8B4D-905E-45C3BC1C3C18}" type="presOf" srcId="{0B26A2B2-B7D6-4038-BD70-27E77140192F}" destId="{88A8AB78-E48E-4086-A7F8-2010C0A40151}" srcOrd="0" destOrd="0" presId="urn:microsoft.com/office/officeart/2018/5/layout/IconCircleLabelList"/>
    <dgm:cxn modelId="{12AD9FE8-2925-3745-A087-6248E2A4E289}" type="presOf" srcId="{A8EFAA7C-69FE-4BA6-A952-E25393493BD0}" destId="{1F60B637-27BF-434E-8DDF-C4DE209EB2D9}" srcOrd="0" destOrd="0" presId="urn:microsoft.com/office/officeart/2018/5/layout/IconCircleLabelList"/>
    <dgm:cxn modelId="{E0900DF5-66DC-476A-86E9-2E62E024ED18}" srcId="{CDC0B007-8223-4241-9651-47A3CC840150}" destId="{A8EFAA7C-69FE-4BA6-A952-E25393493BD0}" srcOrd="4" destOrd="0" parTransId="{EA47CB27-FBFB-445F-8ACC-D87F98191673}" sibTransId="{5B780C67-9DDB-4A79-A3A5-8241249A8EEE}"/>
    <dgm:cxn modelId="{3452F6FD-811D-421B-BA17-18279680A559}" srcId="{CDC0B007-8223-4241-9651-47A3CC840150}" destId="{D0EB7A42-0EDC-41C4-BF8B-2CE0181C8BBC}" srcOrd="0" destOrd="0" parTransId="{031EA035-22EE-41A9-9CCC-CA763CC16391}" sibTransId="{3646DF99-4770-4DB9-A53C-168F64C8FE31}"/>
    <dgm:cxn modelId="{7A764B64-0CE9-1E46-A9F6-A70D7E75913F}" type="presParOf" srcId="{6DBAB894-C41B-4B16-81B0-0783FF18C02B}" destId="{A9AC1AE7-FD60-4B76-BE9C-86F953A54536}" srcOrd="0" destOrd="0" presId="urn:microsoft.com/office/officeart/2018/5/layout/IconCircleLabelList"/>
    <dgm:cxn modelId="{31375264-544E-D14F-B1F2-E96E2C26ED92}" type="presParOf" srcId="{A9AC1AE7-FD60-4B76-BE9C-86F953A54536}" destId="{45EDD0BB-F06F-49D5-A6AD-7197CDDC7265}" srcOrd="0" destOrd="0" presId="urn:microsoft.com/office/officeart/2018/5/layout/IconCircleLabelList"/>
    <dgm:cxn modelId="{58525071-E5AE-F84E-AFAD-22F64355C08D}" type="presParOf" srcId="{A9AC1AE7-FD60-4B76-BE9C-86F953A54536}" destId="{642559CD-7FE3-4175-A82D-C594185EABBE}" srcOrd="1" destOrd="0" presId="urn:microsoft.com/office/officeart/2018/5/layout/IconCircleLabelList"/>
    <dgm:cxn modelId="{65362F95-4747-D741-AF4F-3B1FB927767E}" type="presParOf" srcId="{A9AC1AE7-FD60-4B76-BE9C-86F953A54536}" destId="{0889C678-8BCF-41B0-9B8E-BC5977386E58}" srcOrd="2" destOrd="0" presId="urn:microsoft.com/office/officeart/2018/5/layout/IconCircleLabelList"/>
    <dgm:cxn modelId="{7C0CB771-98F3-E842-9AA2-84D819F1A87B}" type="presParOf" srcId="{A9AC1AE7-FD60-4B76-BE9C-86F953A54536}" destId="{E9253115-722D-4C69-B793-1D8BCBAB82BF}" srcOrd="3" destOrd="0" presId="urn:microsoft.com/office/officeart/2018/5/layout/IconCircleLabelList"/>
    <dgm:cxn modelId="{4E8CFE6E-9FC5-1348-9F93-115A805A5F29}" type="presParOf" srcId="{6DBAB894-C41B-4B16-81B0-0783FF18C02B}" destId="{F880B42D-5C9E-4F75-9103-4895F8CB80F7}" srcOrd="1" destOrd="0" presId="urn:microsoft.com/office/officeart/2018/5/layout/IconCircleLabelList"/>
    <dgm:cxn modelId="{6CD2DB69-F76C-4746-8777-61EBEAA69A67}" type="presParOf" srcId="{6DBAB894-C41B-4B16-81B0-0783FF18C02B}" destId="{04E4EE39-3175-416F-8E5B-48E89A5F4512}" srcOrd="2" destOrd="0" presId="urn:microsoft.com/office/officeart/2018/5/layout/IconCircleLabelList"/>
    <dgm:cxn modelId="{BB7BF94D-4605-5142-B421-08C6FA1FF69C}" type="presParOf" srcId="{04E4EE39-3175-416F-8E5B-48E89A5F4512}" destId="{E01C46A6-08B8-4D18-96B4-EB397B53410F}" srcOrd="0" destOrd="0" presId="urn:microsoft.com/office/officeart/2018/5/layout/IconCircleLabelList"/>
    <dgm:cxn modelId="{87ECA4FC-2BF8-7D4E-9FFE-3B631B8B662D}" type="presParOf" srcId="{04E4EE39-3175-416F-8E5B-48E89A5F4512}" destId="{0B2579BC-37CE-4751-BFF6-7F16F450DFD2}" srcOrd="1" destOrd="0" presId="urn:microsoft.com/office/officeart/2018/5/layout/IconCircleLabelList"/>
    <dgm:cxn modelId="{DF7B3C8C-2AE1-6A45-8D8B-23A13CAF46FE}" type="presParOf" srcId="{04E4EE39-3175-416F-8E5B-48E89A5F4512}" destId="{BBEE87A5-525A-40D9-9E11-16AEA0C90B23}" srcOrd="2" destOrd="0" presId="urn:microsoft.com/office/officeart/2018/5/layout/IconCircleLabelList"/>
    <dgm:cxn modelId="{3A3A9CBA-0900-454B-9B24-77B77E5FC683}" type="presParOf" srcId="{04E4EE39-3175-416F-8E5B-48E89A5F4512}" destId="{C87413C4-2986-4601-8761-E48D82BE751C}" srcOrd="3" destOrd="0" presId="urn:microsoft.com/office/officeart/2018/5/layout/IconCircleLabelList"/>
    <dgm:cxn modelId="{23389243-5C16-4C40-AC8C-1B18614925DB}" type="presParOf" srcId="{6DBAB894-C41B-4B16-81B0-0783FF18C02B}" destId="{63B28B32-CFA3-4A2E-BA3E-44F6CA41E35E}" srcOrd="3" destOrd="0" presId="urn:microsoft.com/office/officeart/2018/5/layout/IconCircleLabelList"/>
    <dgm:cxn modelId="{BC43D105-7C35-BE42-8C70-43F95E767735}" type="presParOf" srcId="{6DBAB894-C41B-4B16-81B0-0783FF18C02B}" destId="{E746453B-A77F-4FD1-8889-CA3EC80F94BB}" srcOrd="4" destOrd="0" presId="urn:microsoft.com/office/officeart/2018/5/layout/IconCircleLabelList"/>
    <dgm:cxn modelId="{44B156E9-9C11-CD4E-8446-326136CBD507}" type="presParOf" srcId="{E746453B-A77F-4FD1-8889-CA3EC80F94BB}" destId="{A94EFDD1-A0BD-4BC1-8972-25203D4DB124}" srcOrd="0" destOrd="0" presId="urn:microsoft.com/office/officeart/2018/5/layout/IconCircleLabelList"/>
    <dgm:cxn modelId="{6C0DC08A-C58D-134D-B88E-766E672D35C0}" type="presParOf" srcId="{E746453B-A77F-4FD1-8889-CA3EC80F94BB}" destId="{588A8634-45FB-4D1E-A2A7-510DDD83C18C}" srcOrd="1" destOrd="0" presId="urn:microsoft.com/office/officeart/2018/5/layout/IconCircleLabelList"/>
    <dgm:cxn modelId="{360761BB-70CD-F74A-B20F-250E733581FF}" type="presParOf" srcId="{E746453B-A77F-4FD1-8889-CA3EC80F94BB}" destId="{3E4C9089-C73E-4686-8A5A-4BAD12F10D83}" srcOrd="2" destOrd="0" presId="urn:microsoft.com/office/officeart/2018/5/layout/IconCircleLabelList"/>
    <dgm:cxn modelId="{6AD5D70D-F3E1-AF4F-A9C6-BE640EF38C47}" type="presParOf" srcId="{E746453B-A77F-4FD1-8889-CA3EC80F94BB}" destId="{62A355D0-524D-4619-9D28-161E0AFD26F3}" srcOrd="3" destOrd="0" presId="urn:microsoft.com/office/officeart/2018/5/layout/IconCircleLabelList"/>
    <dgm:cxn modelId="{C7F938FC-A5DB-0949-8BAF-A7F9FD781151}" type="presParOf" srcId="{6DBAB894-C41B-4B16-81B0-0783FF18C02B}" destId="{646AB3B3-FBD4-47F1-AD94-081A129628AB}" srcOrd="5" destOrd="0" presId="urn:microsoft.com/office/officeart/2018/5/layout/IconCircleLabelList"/>
    <dgm:cxn modelId="{BB2315FB-71D5-AA44-8535-8BF6D6C38505}" type="presParOf" srcId="{6DBAB894-C41B-4B16-81B0-0783FF18C02B}" destId="{BE57FF02-D9EA-4580-BFD2-F797647E9092}" srcOrd="6" destOrd="0" presId="urn:microsoft.com/office/officeart/2018/5/layout/IconCircleLabelList"/>
    <dgm:cxn modelId="{F974DC00-E5F1-4748-BA19-1F68E835107D}" type="presParOf" srcId="{BE57FF02-D9EA-4580-BFD2-F797647E9092}" destId="{5774EFCD-F377-489E-A3D7-2FEDAE3EE24E}" srcOrd="0" destOrd="0" presId="urn:microsoft.com/office/officeart/2018/5/layout/IconCircleLabelList"/>
    <dgm:cxn modelId="{E632F527-B27F-DC46-A294-92FBF0E2503E}" type="presParOf" srcId="{BE57FF02-D9EA-4580-BFD2-F797647E9092}" destId="{58E88661-838B-4892-9D6E-8126FF1B45D8}" srcOrd="1" destOrd="0" presId="urn:microsoft.com/office/officeart/2018/5/layout/IconCircleLabelList"/>
    <dgm:cxn modelId="{84E056CC-B713-8744-B5B2-26C08D97D0E2}" type="presParOf" srcId="{BE57FF02-D9EA-4580-BFD2-F797647E9092}" destId="{2E307868-DCA0-4418-A314-3ABAD45B7B26}" srcOrd="2" destOrd="0" presId="urn:microsoft.com/office/officeart/2018/5/layout/IconCircleLabelList"/>
    <dgm:cxn modelId="{3135ED9C-3CED-8A47-9A05-A3B38195E3F6}" type="presParOf" srcId="{BE57FF02-D9EA-4580-BFD2-F797647E9092}" destId="{88A8AB78-E48E-4086-A7F8-2010C0A40151}" srcOrd="3" destOrd="0" presId="urn:microsoft.com/office/officeart/2018/5/layout/IconCircleLabelList"/>
    <dgm:cxn modelId="{016F4E0B-FA25-6B4C-B87F-5B6290F771C0}" type="presParOf" srcId="{6DBAB894-C41B-4B16-81B0-0783FF18C02B}" destId="{9CC7F545-5788-47D0-BDC3-49510888D52C}" srcOrd="7" destOrd="0" presId="urn:microsoft.com/office/officeart/2018/5/layout/IconCircleLabelList"/>
    <dgm:cxn modelId="{68A1E943-A1DB-4C46-A284-6D6C2B45939D}" type="presParOf" srcId="{6DBAB894-C41B-4B16-81B0-0783FF18C02B}" destId="{5E0A5A12-E278-495F-96E9-B682CC204F92}" srcOrd="8" destOrd="0" presId="urn:microsoft.com/office/officeart/2018/5/layout/IconCircleLabelList"/>
    <dgm:cxn modelId="{83BE1B02-6616-A542-969C-B4C4D67DA9E4}" type="presParOf" srcId="{5E0A5A12-E278-495F-96E9-B682CC204F92}" destId="{83FAA426-6886-4145-B37B-D17D1D1E2F65}" srcOrd="0" destOrd="0" presId="urn:microsoft.com/office/officeart/2018/5/layout/IconCircleLabelList"/>
    <dgm:cxn modelId="{4312184E-83AD-FF42-86F6-74E56EAE840E}" type="presParOf" srcId="{5E0A5A12-E278-495F-96E9-B682CC204F92}" destId="{FD01CD78-0A8F-4CEC-ADD3-012CDA57BCA3}" srcOrd="1" destOrd="0" presId="urn:microsoft.com/office/officeart/2018/5/layout/IconCircleLabelList"/>
    <dgm:cxn modelId="{47DAFC86-3A42-2242-9B69-2CD05F5916A2}" type="presParOf" srcId="{5E0A5A12-E278-495F-96E9-B682CC204F92}" destId="{97780D02-0F86-44D6-89BD-1CCE2D81464B}" srcOrd="2" destOrd="0" presId="urn:microsoft.com/office/officeart/2018/5/layout/IconCircleLabelList"/>
    <dgm:cxn modelId="{81CF303A-0E57-924A-80C8-1B260A792815}" type="presParOf" srcId="{5E0A5A12-E278-495F-96E9-B682CC204F92}" destId="{1F60B637-27BF-434E-8DDF-C4DE209EB2D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26A35F-9A0F-484D-B181-A5D118A7E12A}">
      <dsp:nvSpPr>
        <dsp:cNvPr id="0" name=""/>
        <dsp:cNvSpPr/>
      </dsp:nvSpPr>
      <dsp:spPr>
        <a:xfrm>
          <a:off x="61012" y="446157"/>
          <a:ext cx="980672" cy="98067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17AB8A-5D4E-4C7D-8FBA-28C02C84A729}">
      <dsp:nvSpPr>
        <dsp:cNvPr id="0" name=""/>
        <dsp:cNvSpPr/>
      </dsp:nvSpPr>
      <dsp:spPr>
        <a:xfrm>
          <a:off x="266954" y="652098"/>
          <a:ext cx="568789" cy="5687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70AD66-8B7E-4A82-8C62-4177AC96E86C}">
      <dsp:nvSpPr>
        <dsp:cNvPr id="0" name=""/>
        <dsp:cNvSpPr/>
      </dsp:nvSpPr>
      <dsp:spPr>
        <a:xfrm>
          <a:off x="1251829" y="446157"/>
          <a:ext cx="2311584" cy="980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Business processes are often described in plain text</a:t>
          </a:r>
        </a:p>
      </dsp:txBody>
      <dsp:txXfrm>
        <a:off x="1251829" y="446157"/>
        <a:ext cx="2311584" cy="980672"/>
      </dsp:txXfrm>
    </dsp:sp>
    <dsp:sp modelId="{802972EF-C7FD-4E90-9E3B-27BD1D5E670D}">
      <dsp:nvSpPr>
        <dsp:cNvPr id="0" name=""/>
        <dsp:cNvSpPr/>
      </dsp:nvSpPr>
      <dsp:spPr>
        <a:xfrm>
          <a:off x="3966190" y="446157"/>
          <a:ext cx="980672" cy="98067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E972A9-2F28-41D5-8926-BE5F7F21B258}">
      <dsp:nvSpPr>
        <dsp:cNvPr id="0" name=""/>
        <dsp:cNvSpPr/>
      </dsp:nvSpPr>
      <dsp:spPr>
        <a:xfrm>
          <a:off x="4172131" y="652098"/>
          <a:ext cx="568789" cy="5687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2F9CD1-834E-4D99-9D0A-A2A66AF833C6}">
      <dsp:nvSpPr>
        <dsp:cNvPr id="0" name=""/>
        <dsp:cNvSpPr/>
      </dsp:nvSpPr>
      <dsp:spPr>
        <a:xfrm>
          <a:off x="5157006" y="446157"/>
          <a:ext cx="2311584" cy="980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Creating BPMN diagrams manually takes time</a:t>
          </a:r>
        </a:p>
      </dsp:txBody>
      <dsp:txXfrm>
        <a:off x="5157006" y="446157"/>
        <a:ext cx="2311584" cy="980672"/>
      </dsp:txXfrm>
    </dsp:sp>
    <dsp:sp modelId="{74E1F928-A46E-4102-8F96-25D26F241F57}">
      <dsp:nvSpPr>
        <dsp:cNvPr id="0" name=""/>
        <dsp:cNvSpPr/>
      </dsp:nvSpPr>
      <dsp:spPr>
        <a:xfrm>
          <a:off x="61012" y="2011314"/>
          <a:ext cx="980672" cy="98067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92A571-5482-48CC-9EC6-0FE435A573F0}">
      <dsp:nvSpPr>
        <dsp:cNvPr id="0" name=""/>
        <dsp:cNvSpPr/>
      </dsp:nvSpPr>
      <dsp:spPr>
        <a:xfrm>
          <a:off x="266954" y="2217255"/>
          <a:ext cx="568789" cy="5687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457144-C603-463E-9465-2930254DF08A}">
      <dsp:nvSpPr>
        <dsp:cNvPr id="0" name=""/>
        <dsp:cNvSpPr/>
      </dsp:nvSpPr>
      <dsp:spPr>
        <a:xfrm>
          <a:off x="1251829" y="2011314"/>
          <a:ext cx="2311584" cy="980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Non‑technical users struggle to model processes</a:t>
          </a:r>
        </a:p>
      </dsp:txBody>
      <dsp:txXfrm>
        <a:off x="1251829" y="2011314"/>
        <a:ext cx="2311584" cy="980672"/>
      </dsp:txXfrm>
    </dsp:sp>
    <dsp:sp modelId="{D0422BDE-EF83-4C32-97E9-0B969BF60C20}">
      <dsp:nvSpPr>
        <dsp:cNvPr id="0" name=""/>
        <dsp:cNvSpPr/>
      </dsp:nvSpPr>
      <dsp:spPr>
        <a:xfrm>
          <a:off x="3966190" y="2011314"/>
          <a:ext cx="980672" cy="98067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86BC07-199E-4CDC-A883-0AB50B36B5CA}">
      <dsp:nvSpPr>
        <dsp:cNvPr id="0" name=""/>
        <dsp:cNvSpPr/>
      </dsp:nvSpPr>
      <dsp:spPr>
        <a:xfrm>
          <a:off x="4172131" y="2217255"/>
          <a:ext cx="568789" cy="5687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E35A92-FE8C-4F91-95FF-8F4DF83C740F}">
      <dsp:nvSpPr>
        <dsp:cNvPr id="0" name=""/>
        <dsp:cNvSpPr/>
      </dsp:nvSpPr>
      <dsp:spPr>
        <a:xfrm>
          <a:off x="5157006" y="2011314"/>
          <a:ext cx="2311584" cy="980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Goal: automatically generate BPMN diagrams from text</a:t>
          </a:r>
        </a:p>
      </dsp:txBody>
      <dsp:txXfrm>
        <a:off x="5157006" y="2011314"/>
        <a:ext cx="2311584" cy="9806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7E36F8-BFF6-784A-962F-D4E7430C3F03}">
      <dsp:nvSpPr>
        <dsp:cNvPr id="0" name=""/>
        <dsp:cNvSpPr/>
      </dsp:nvSpPr>
      <dsp:spPr>
        <a:xfrm>
          <a:off x="6617" y="136678"/>
          <a:ext cx="1977991" cy="118679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1. User enters process description</a:t>
          </a:r>
        </a:p>
      </dsp:txBody>
      <dsp:txXfrm>
        <a:off x="41377" y="171438"/>
        <a:ext cx="1908471" cy="1117275"/>
      </dsp:txXfrm>
    </dsp:sp>
    <dsp:sp modelId="{9F64FDBD-71B8-C342-9353-8597B1AD2108}">
      <dsp:nvSpPr>
        <dsp:cNvPr id="0" name=""/>
        <dsp:cNvSpPr/>
      </dsp:nvSpPr>
      <dsp:spPr>
        <a:xfrm>
          <a:off x="2158672" y="484805"/>
          <a:ext cx="419334" cy="4905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158672" y="582913"/>
        <a:ext cx="293534" cy="294325"/>
      </dsp:txXfrm>
    </dsp:sp>
    <dsp:sp modelId="{3347195F-7D94-C845-ACD5-F7941C39E4A0}">
      <dsp:nvSpPr>
        <dsp:cNvPr id="0" name=""/>
        <dsp:cNvSpPr/>
      </dsp:nvSpPr>
      <dsp:spPr>
        <a:xfrm>
          <a:off x="2775806" y="136678"/>
          <a:ext cx="1977991" cy="118679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2. AI model analyzes the text</a:t>
          </a:r>
        </a:p>
      </dsp:txBody>
      <dsp:txXfrm>
        <a:off x="2810566" y="171438"/>
        <a:ext cx="1908471" cy="1117275"/>
      </dsp:txXfrm>
    </dsp:sp>
    <dsp:sp modelId="{ABD21999-0580-0943-BDB4-D133BBC0D6B9}">
      <dsp:nvSpPr>
        <dsp:cNvPr id="0" name=""/>
        <dsp:cNvSpPr/>
      </dsp:nvSpPr>
      <dsp:spPr>
        <a:xfrm>
          <a:off x="4927861" y="484805"/>
          <a:ext cx="419334" cy="4905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927861" y="582913"/>
        <a:ext cx="293534" cy="294325"/>
      </dsp:txXfrm>
    </dsp:sp>
    <dsp:sp modelId="{FB6D516A-A8B2-6E4A-A70D-34A6E70997B0}">
      <dsp:nvSpPr>
        <dsp:cNvPr id="0" name=""/>
        <dsp:cNvSpPr/>
      </dsp:nvSpPr>
      <dsp:spPr>
        <a:xfrm>
          <a:off x="5544994" y="136678"/>
          <a:ext cx="1977991" cy="118679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3. Process structure converted into JSON</a:t>
          </a:r>
        </a:p>
      </dsp:txBody>
      <dsp:txXfrm>
        <a:off x="5579754" y="171438"/>
        <a:ext cx="1908471" cy="1117275"/>
      </dsp:txXfrm>
    </dsp:sp>
    <dsp:sp modelId="{6582D5AB-38F8-664B-870D-516EACFD7BAD}">
      <dsp:nvSpPr>
        <dsp:cNvPr id="0" name=""/>
        <dsp:cNvSpPr/>
      </dsp:nvSpPr>
      <dsp:spPr>
        <a:xfrm rot="5400000">
          <a:off x="6324323" y="1461933"/>
          <a:ext cx="419334" cy="4905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6386828" y="1497536"/>
        <a:ext cx="294325" cy="293534"/>
      </dsp:txXfrm>
    </dsp:sp>
    <dsp:sp modelId="{8393ECCE-FE75-D242-896A-FD5623E7D71B}">
      <dsp:nvSpPr>
        <dsp:cNvPr id="0" name=""/>
        <dsp:cNvSpPr/>
      </dsp:nvSpPr>
      <dsp:spPr>
        <a:xfrm>
          <a:off x="5544994" y="2114670"/>
          <a:ext cx="1977991" cy="118679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4. Python generates BPMN diagram (SVG)</a:t>
          </a:r>
        </a:p>
      </dsp:txBody>
      <dsp:txXfrm>
        <a:off x="5579754" y="2149430"/>
        <a:ext cx="1908471" cy="1117275"/>
      </dsp:txXfrm>
    </dsp:sp>
    <dsp:sp modelId="{FF4E1833-42B6-C049-A01B-BB1FB6AC7A81}">
      <dsp:nvSpPr>
        <dsp:cNvPr id="0" name=""/>
        <dsp:cNvSpPr/>
      </dsp:nvSpPr>
      <dsp:spPr>
        <a:xfrm rot="10800000">
          <a:off x="4951597" y="2462796"/>
          <a:ext cx="419334" cy="490541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5077397" y="2560904"/>
        <a:ext cx="293534" cy="294325"/>
      </dsp:txXfrm>
    </dsp:sp>
    <dsp:sp modelId="{666C7909-7B09-8046-A497-52460C261CC5}">
      <dsp:nvSpPr>
        <dsp:cNvPr id="0" name=""/>
        <dsp:cNvSpPr/>
      </dsp:nvSpPr>
      <dsp:spPr>
        <a:xfrm>
          <a:off x="2775806" y="2114670"/>
          <a:ext cx="1977991" cy="118679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5. Diagram displayed in the web interface</a:t>
          </a:r>
        </a:p>
      </dsp:txBody>
      <dsp:txXfrm>
        <a:off x="2810566" y="2149430"/>
        <a:ext cx="1908471" cy="11172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C75E70-CC87-C94C-8F35-76F10E50CB31}">
      <dsp:nvSpPr>
        <dsp:cNvPr id="0" name=""/>
        <dsp:cNvSpPr/>
      </dsp:nvSpPr>
      <dsp:spPr>
        <a:xfrm>
          <a:off x="2176821" y="771619"/>
          <a:ext cx="46915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9155" y="45720"/>
              </a:lnTo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98905" y="814840"/>
        <a:ext cx="24987" cy="4997"/>
      </dsp:txXfrm>
    </dsp:sp>
    <dsp:sp modelId="{ED217561-C769-1247-BCEC-44BECE7782E8}">
      <dsp:nvSpPr>
        <dsp:cNvPr id="0" name=""/>
        <dsp:cNvSpPr/>
      </dsp:nvSpPr>
      <dsp:spPr>
        <a:xfrm>
          <a:off x="5772" y="165484"/>
          <a:ext cx="2172849" cy="130370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471" tIns="111761" rIns="106471" bIns="111761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Python</a:t>
          </a:r>
        </a:p>
      </dsp:txBody>
      <dsp:txXfrm>
        <a:off x="5772" y="165484"/>
        <a:ext cx="2172849" cy="1303709"/>
      </dsp:txXfrm>
    </dsp:sp>
    <dsp:sp modelId="{F9D3E706-D219-E648-BA5B-E1635A43DBD1}">
      <dsp:nvSpPr>
        <dsp:cNvPr id="0" name=""/>
        <dsp:cNvSpPr/>
      </dsp:nvSpPr>
      <dsp:spPr>
        <a:xfrm>
          <a:off x="4849426" y="771619"/>
          <a:ext cx="46915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9155" y="45720"/>
              </a:lnTo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1510" y="814840"/>
        <a:ext cx="24987" cy="4997"/>
      </dsp:txXfrm>
    </dsp:sp>
    <dsp:sp modelId="{CCD20A55-FA9D-0F4C-A13C-7190BE6F47EA}">
      <dsp:nvSpPr>
        <dsp:cNvPr id="0" name=""/>
        <dsp:cNvSpPr/>
      </dsp:nvSpPr>
      <dsp:spPr>
        <a:xfrm>
          <a:off x="2678377" y="165484"/>
          <a:ext cx="2172849" cy="130370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471" tIns="111761" rIns="106471" bIns="111761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NiceGUI (web interface)</a:t>
          </a:r>
        </a:p>
      </dsp:txBody>
      <dsp:txXfrm>
        <a:off x="2678377" y="165484"/>
        <a:ext cx="2172849" cy="1303709"/>
      </dsp:txXfrm>
    </dsp:sp>
    <dsp:sp modelId="{6EEFCECE-1E70-1347-935A-028EB0E11926}">
      <dsp:nvSpPr>
        <dsp:cNvPr id="0" name=""/>
        <dsp:cNvSpPr/>
      </dsp:nvSpPr>
      <dsp:spPr>
        <a:xfrm>
          <a:off x="1092197" y="1467394"/>
          <a:ext cx="5345209" cy="469155"/>
        </a:xfrm>
        <a:custGeom>
          <a:avLst/>
          <a:gdLst/>
          <a:ahLst/>
          <a:cxnLst/>
          <a:rect l="0" t="0" r="0" b="0"/>
          <a:pathLst>
            <a:path>
              <a:moveTo>
                <a:pt x="5345209" y="0"/>
              </a:moveTo>
              <a:lnTo>
                <a:pt x="5345209" y="251677"/>
              </a:lnTo>
              <a:lnTo>
                <a:pt x="0" y="251677"/>
              </a:lnTo>
              <a:lnTo>
                <a:pt x="0" y="469155"/>
              </a:lnTo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30588" y="1699473"/>
        <a:ext cx="268426" cy="4997"/>
      </dsp:txXfrm>
    </dsp:sp>
    <dsp:sp modelId="{B15B132D-C7D0-8649-A1B6-50A5FC339200}">
      <dsp:nvSpPr>
        <dsp:cNvPr id="0" name=""/>
        <dsp:cNvSpPr/>
      </dsp:nvSpPr>
      <dsp:spPr>
        <a:xfrm>
          <a:off x="5350982" y="165484"/>
          <a:ext cx="2172849" cy="130370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471" tIns="111761" rIns="106471" bIns="111761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Anthropic API</a:t>
          </a:r>
        </a:p>
      </dsp:txBody>
      <dsp:txXfrm>
        <a:off x="5350982" y="165484"/>
        <a:ext cx="2172849" cy="1303709"/>
      </dsp:txXfrm>
    </dsp:sp>
    <dsp:sp modelId="{F2A09714-42D2-BB4F-86D8-4F676D04A525}">
      <dsp:nvSpPr>
        <dsp:cNvPr id="0" name=""/>
        <dsp:cNvSpPr/>
      </dsp:nvSpPr>
      <dsp:spPr>
        <a:xfrm>
          <a:off x="2176821" y="2575084"/>
          <a:ext cx="46915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9155" y="45720"/>
              </a:lnTo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98905" y="2618305"/>
        <a:ext cx="24987" cy="4997"/>
      </dsp:txXfrm>
    </dsp:sp>
    <dsp:sp modelId="{FA20F953-2350-CD40-9268-E13E65488677}">
      <dsp:nvSpPr>
        <dsp:cNvPr id="0" name=""/>
        <dsp:cNvSpPr/>
      </dsp:nvSpPr>
      <dsp:spPr>
        <a:xfrm>
          <a:off x="5772" y="1968949"/>
          <a:ext cx="2172849" cy="130370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471" tIns="111761" rIns="106471" bIns="111761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Claude LLM</a:t>
          </a:r>
        </a:p>
      </dsp:txBody>
      <dsp:txXfrm>
        <a:off x="5772" y="1968949"/>
        <a:ext cx="2172849" cy="1303709"/>
      </dsp:txXfrm>
    </dsp:sp>
    <dsp:sp modelId="{49B0E2DE-477C-E442-BB0D-61F5793F44AC}">
      <dsp:nvSpPr>
        <dsp:cNvPr id="0" name=""/>
        <dsp:cNvSpPr/>
      </dsp:nvSpPr>
      <dsp:spPr>
        <a:xfrm>
          <a:off x="4849426" y="2575084"/>
          <a:ext cx="46915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9155" y="45720"/>
              </a:lnTo>
            </a:path>
          </a:pathLst>
        </a:custGeom>
        <a:noFill/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1510" y="2618305"/>
        <a:ext cx="24987" cy="4997"/>
      </dsp:txXfrm>
    </dsp:sp>
    <dsp:sp modelId="{F4992234-F58D-FC4E-BBA8-9E4F30C55B21}">
      <dsp:nvSpPr>
        <dsp:cNvPr id="0" name=""/>
        <dsp:cNvSpPr/>
      </dsp:nvSpPr>
      <dsp:spPr>
        <a:xfrm>
          <a:off x="2678377" y="1968949"/>
          <a:ext cx="2172849" cy="130370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471" tIns="111761" rIns="106471" bIns="111761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Regex fallback parser</a:t>
          </a:r>
        </a:p>
      </dsp:txBody>
      <dsp:txXfrm>
        <a:off x="2678377" y="1968949"/>
        <a:ext cx="2172849" cy="1303709"/>
      </dsp:txXfrm>
    </dsp:sp>
    <dsp:sp modelId="{F0C921C5-DA82-0B49-ADEA-C61440FC5B1B}">
      <dsp:nvSpPr>
        <dsp:cNvPr id="0" name=""/>
        <dsp:cNvSpPr/>
      </dsp:nvSpPr>
      <dsp:spPr>
        <a:xfrm>
          <a:off x="5350982" y="1968949"/>
          <a:ext cx="2172849" cy="130370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471" tIns="111761" rIns="106471" bIns="111761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SVG diagram generation</a:t>
          </a:r>
        </a:p>
      </dsp:txBody>
      <dsp:txXfrm>
        <a:off x="5350982" y="1968949"/>
        <a:ext cx="2172849" cy="130370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EDD0BB-F06F-49D5-A6AD-7197CDDC7265}">
      <dsp:nvSpPr>
        <dsp:cNvPr id="0" name=""/>
        <dsp:cNvSpPr/>
      </dsp:nvSpPr>
      <dsp:spPr>
        <a:xfrm>
          <a:off x="548934" y="288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2559CD-7FE3-4175-A82D-C594185EABBE}">
      <dsp:nvSpPr>
        <dsp:cNvPr id="0" name=""/>
        <dsp:cNvSpPr/>
      </dsp:nvSpPr>
      <dsp:spPr>
        <a:xfrm>
          <a:off x="762368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253115-722D-4C69-B793-1D8BCBAB82BF}">
      <dsp:nvSpPr>
        <dsp:cNvPr id="0" name=""/>
        <dsp:cNvSpPr/>
      </dsp:nvSpPr>
      <dsp:spPr>
        <a:xfrm>
          <a:off x="228784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Natural language → BPMN diagram</a:t>
          </a:r>
        </a:p>
      </dsp:txBody>
      <dsp:txXfrm>
        <a:off x="228784" y="1313725"/>
        <a:ext cx="1641796" cy="656718"/>
      </dsp:txXfrm>
    </dsp:sp>
    <dsp:sp modelId="{E01C46A6-08B8-4D18-96B4-EB397B53410F}">
      <dsp:nvSpPr>
        <dsp:cNvPr id="0" name=""/>
        <dsp:cNvSpPr/>
      </dsp:nvSpPr>
      <dsp:spPr>
        <a:xfrm>
          <a:off x="2478046" y="288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2579BC-37CE-4751-BFF6-7F16F450DFD2}">
      <dsp:nvSpPr>
        <dsp:cNvPr id="0" name=""/>
        <dsp:cNvSpPr/>
      </dsp:nvSpPr>
      <dsp:spPr>
        <a:xfrm>
          <a:off x="2691479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7413C4-2986-4601-8761-E48D82BE751C}">
      <dsp:nvSpPr>
        <dsp:cNvPr id="0" name=""/>
        <dsp:cNvSpPr/>
      </dsp:nvSpPr>
      <dsp:spPr>
        <a:xfrm>
          <a:off x="2157895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Hybrid parsing (AI + rule‑based)</a:t>
          </a:r>
        </a:p>
      </dsp:txBody>
      <dsp:txXfrm>
        <a:off x="2157895" y="1313725"/>
        <a:ext cx="1641796" cy="656718"/>
      </dsp:txXfrm>
    </dsp:sp>
    <dsp:sp modelId="{A94EFDD1-A0BD-4BC1-8972-25203D4DB124}">
      <dsp:nvSpPr>
        <dsp:cNvPr id="0" name=""/>
        <dsp:cNvSpPr/>
      </dsp:nvSpPr>
      <dsp:spPr>
        <a:xfrm>
          <a:off x="4407157" y="288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8A8634-45FB-4D1E-A2A7-510DDD83C18C}">
      <dsp:nvSpPr>
        <dsp:cNvPr id="0" name=""/>
        <dsp:cNvSpPr/>
      </dsp:nvSpPr>
      <dsp:spPr>
        <a:xfrm>
          <a:off x="4620591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A355D0-524D-4619-9D28-161E0AFD26F3}">
      <dsp:nvSpPr>
        <dsp:cNvPr id="0" name=""/>
        <dsp:cNvSpPr/>
      </dsp:nvSpPr>
      <dsp:spPr>
        <a:xfrm>
          <a:off x="4087007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Runs locally in a browser</a:t>
          </a:r>
        </a:p>
      </dsp:txBody>
      <dsp:txXfrm>
        <a:off x="4087007" y="1313725"/>
        <a:ext cx="1641796" cy="656718"/>
      </dsp:txXfrm>
    </dsp:sp>
    <dsp:sp modelId="{5774EFCD-F377-489E-A3D7-2FEDAE3EE24E}">
      <dsp:nvSpPr>
        <dsp:cNvPr id="0" name=""/>
        <dsp:cNvSpPr/>
      </dsp:nvSpPr>
      <dsp:spPr>
        <a:xfrm>
          <a:off x="6336268" y="288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E88661-838B-4892-9D6E-8126FF1B45D8}">
      <dsp:nvSpPr>
        <dsp:cNvPr id="0" name=""/>
        <dsp:cNvSpPr/>
      </dsp:nvSpPr>
      <dsp:spPr>
        <a:xfrm>
          <a:off x="6549702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A8AB78-E48E-4086-A7F8-2010C0A40151}">
      <dsp:nvSpPr>
        <dsp:cNvPr id="0" name=""/>
        <dsp:cNvSpPr/>
      </dsp:nvSpPr>
      <dsp:spPr>
        <a:xfrm>
          <a:off x="6016118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Interactive interface</a:t>
          </a:r>
        </a:p>
      </dsp:txBody>
      <dsp:txXfrm>
        <a:off x="6016118" y="1313725"/>
        <a:ext cx="1641796" cy="656718"/>
      </dsp:txXfrm>
    </dsp:sp>
    <dsp:sp modelId="{83FAA426-6886-4145-B37B-D17D1D1E2F65}">
      <dsp:nvSpPr>
        <dsp:cNvPr id="0" name=""/>
        <dsp:cNvSpPr/>
      </dsp:nvSpPr>
      <dsp:spPr>
        <a:xfrm>
          <a:off x="3442601" y="2380893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01CD78-0A8F-4CEC-ADD3-012CDA57BCA3}">
      <dsp:nvSpPr>
        <dsp:cNvPr id="0" name=""/>
        <dsp:cNvSpPr/>
      </dsp:nvSpPr>
      <dsp:spPr>
        <a:xfrm>
          <a:off x="3656035" y="2594327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60B637-27BF-434E-8DDF-C4DE209EB2D9}">
      <dsp:nvSpPr>
        <dsp:cNvPr id="0" name=""/>
        <dsp:cNvSpPr/>
      </dsp:nvSpPr>
      <dsp:spPr>
        <a:xfrm>
          <a:off x="3122451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Confidence indicator for AI parsing</a:t>
          </a:r>
        </a:p>
      </dsp:txBody>
      <dsp:txXfrm>
        <a:off x="3122451" y="3694331"/>
        <a:ext cx="1641796" cy="656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Electronics protoboard">
            <a:extLst>
              <a:ext uri="{FF2B5EF4-FFF2-40B4-BE49-F238E27FC236}">
                <a16:creationId xmlns:a16="http://schemas.microsoft.com/office/drawing/2014/main" id="{95581F79-C6A2-28D5-18BB-7F9E5D2DE8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1909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275865" y="-511"/>
            <a:ext cx="4592270" cy="9144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3414" y="3091928"/>
            <a:ext cx="6808922" cy="2387600"/>
          </a:xfrm>
        </p:spPr>
        <p:txBody>
          <a:bodyPr>
            <a:normAutofit/>
          </a:bodyPr>
          <a:lstStyle/>
          <a:p>
            <a:pPr algn="l"/>
            <a:r>
              <a:rPr lang="en-US" sz="5700" b="1">
                <a:solidFill>
                  <a:schemeClr val="bg1"/>
                </a:solidFill>
              </a:rPr>
              <a:t>AI-Augmented BPMN 2.0 Engine</a:t>
            </a:r>
            <a:endParaRPr lang="en-US" sz="5700">
              <a:solidFill>
                <a:schemeClr val="bg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7339422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3414" y="5624945"/>
            <a:ext cx="6808922" cy="592975"/>
          </a:xfrm>
        </p:spPr>
        <p:txBody>
          <a:bodyPr anchor="ctr">
            <a:norm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By-Samson Hadgu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US" sz="4700"/>
              <a:t>Problem &amp; Motivation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1BFC2E-EF32-8AF3-CE26-45D15D82E5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3978118"/>
              </p:ext>
            </p:extLst>
          </p:nvPr>
        </p:nvGraphicFramePr>
        <p:xfrm>
          <a:off x="618948" y="2598710"/>
          <a:ext cx="7529604" cy="3438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US" sz="4700"/>
              <a:t>System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8D9CAD-684F-4DB0-7550-4AD6E3948B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327930"/>
              </p:ext>
            </p:extLst>
          </p:nvPr>
        </p:nvGraphicFramePr>
        <p:xfrm>
          <a:off x="618948" y="2598710"/>
          <a:ext cx="7529604" cy="3438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US" sz="4700"/>
              <a:t>Technologies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2041AB-640F-1A5C-3B25-529646E8CC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0233349"/>
              </p:ext>
            </p:extLst>
          </p:nvPr>
        </p:nvGraphicFramePr>
        <p:xfrm>
          <a:off x="618948" y="2598710"/>
          <a:ext cx="7529604" cy="3438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US" sz="4500"/>
              <a:t>Key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2CD1D0-ED4B-40A5-F08D-BF65B692CD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691432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139</Words>
  <Application>Microsoft Macintosh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AI-Augmented BPMN 2.0 Engine</vt:lpstr>
      <vt:lpstr>Problem &amp; Motivation</vt:lpstr>
      <vt:lpstr>System Architecture</vt:lpstr>
      <vt:lpstr>Technologies Used</vt:lpstr>
      <vt:lpstr>Key Features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Samson Hadgu (s)</cp:lastModifiedBy>
  <cp:revision>4</cp:revision>
  <dcterms:created xsi:type="dcterms:W3CDTF">2013-01-27T09:14:16Z</dcterms:created>
  <dcterms:modified xsi:type="dcterms:W3CDTF">2026-03-14T16:14:39Z</dcterms:modified>
  <cp:category/>
</cp:coreProperties>
</file>